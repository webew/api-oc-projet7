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31"/>
  </p:notesMasterIdLst>
  <p:sldIdLst>
    <p:sldId id="256" r:id="rId2"/>
    <p:sldId id="258" r:id="rId3"/>
    <p:sldId id="382" r:id="rId4"/>
    <p:sldId id="329" r:id="rId5"/>
    <p:sldId id="394" r:id="rId6"/>
    <p:sldId id="395" r:id="rId7"/>
    <p:sldId id="396" r:id="rId8"/>
    <p:sldId id="397" r:id="rId9"/>
    <p:sldId id="398" r:id="rId10"/>
    <p:sldId id="399" r:id="rId11"/>
    <p:sldId id="389" r:id="rId12"/>
    <p:sldId id="400" r:id="rId13"/>
    <p:sldId id="409" r:id="rId14"/>
    <p:sldId id="401" r:id="rId15"/>
    <p:sldId id="404" r:id="rId16"/>
    <p:sldId id="405" r:id="rId17"/>
    <p:sldId id="402" r:id="rId18"/>
    <p:sldId id="403" r:id="rId19"/>
    <p:sldId id="406" r:id="rId20"/>
    <p:sldId id="391" r:id="rId21"/>
    <p:sldId id="408" r:id="rId22"/>
    <p:sldId id="410" r:id="rId23"/>
    <p:sldId id="392" r:id="rId24"/>
    <p:sldId id="407" r:id="rId25"/>
    <p:sldId id="411" r:id="rId26"/>
    <p:sldId id="412" r:id="rId27"/>
    <p:sldId id="413" r:id="rId28"/>
    <p:sldId id="393" r:id="rId29"/>
    <p:sldId id="364" r:id="rId30"/>
  </p:sldIdLst>
  <p:sldSz cx="9144000" cy="5143500" type="screen16x9"/>
  <p:notesSz cx="6858000" cy="9144000"/>
  <p:embeddedFontLst>
    <p:embeddedFont>
      <p:font typeface="Kumbh Sans"/>
      <p:regular r:id="rId32"/>
      <p:bold r:id="rId33"/>
    </p:embeddedFont>
    <p:embeddedFont>
      <p:font typeface="Quantico" panose="0200000000000000000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0100"/>
    <a:srgbClr val="FA7F0F"/>
    <a:srgbClr val="3200FF"/>
    <a:srgbClr val="800080"/>
    <a:srgbClr val="2CA02C"/>
    <a:srgbClr val="D62726"/>
    <a:srgbClr val="2477B4"/>
    <a:srgbClr val="FCFF00"/>
    <a:srgbClr val="088000"/>
    <a:srgbClr val="FBA1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5CCF10-1599-5A4B-85E7-E15F187CF87D}" v="242" dt="2026-02-21T15:46:52.210"/>
  </p1510:revLst>
</p1510:revInfo>
</file>

<file path=ppt/tableStyles.xml><?xml version="1.0" encoding="utf-8"?>
<a:tblStyleLst xmlns:a="http://schemas.openxmlformats.org/drawingml/2006/main" def="{B7C202B8-F182-47B6-9B4C-18B050B8E033}">
  <a:tblStyle styleId="{B7C202B8-F182-47B6-9B4C-18B050B8E0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62"/>
    <p:restoredTop sz="94689"/>
  </p:normalViewPr>
  <p:slideViewPr>
    <p:cSldViewPr snapToGrid="0">
      <p:cViewPr varScale="1">
        <p:scale>
          <a:sx n="172" d="100"/>
          <a:sy n="172" d="100"/>
        </p:scale>
        <p:origin x="209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trand FILLION" userId="b7ba5e4f88c7f917" providerId="LiveId" clId="{D6A4495E-270E-5780-AA0A-2870881BF0F4}"/>
    <pc:docChg chg="undo custSel addSld delSld modSld sldOrd modMainMaster">
      <pc:chgData name="Bertrand FILLION" userId="b7ba5e4f88c7f917" providerId="LiveId" clId="{D6A4495E-270E-5780-AA0A-2870881BF0F4}" dt="2026-02-21T15:47:00.287" v="6463" actId="1076"/>
      <pc:docMkLst>
        <pc:docMk/>
      </pc:docMkLst>
      <pc:sldChg chg="addSp delSp modSp mod">
        <pc:chgData name="Bertrand FILLION" userId="b7ba5e4f88c7f917" providerId="LiveId" clId="{D6A4495E-270E-5780-AA0A-2870881BF0F4}" dt="2026-02-07T15:02:50.083" v="861" actId="478"/>
        <pc:sldMkLst>
          <pc:docMk/>
          <pc:sldMk cId="0" sldId="256"/>
        </pc:sldMkLst>
        <pc:spChg chg="mod">
          <ac:chgData name="Bertrand FILLION" userId="b7ba5e4f88c7f917" providerId="LiveId" clId="{D6A4495E-270E-5780-AA0A-2870881BF0F4}" dt="2026-02-07T14:41:05.761" v="524" actId="20577"/>
          <ac:spMkLst>
            <pc:docMk/>
            <pc:sldMk cId="0" sldId="256"/>
            <ac:spMk id="422" creationId="{00000000-0000-0000-0000-000000000000}"/>
          </ac:spMkLst>
        </pc:spChg>
      </pc:sldChg>
      <pc:sldChg chg="modSp mod">
        <pc:chgData name="Bertrand FILLION" userId="b7ba5e4f88c7f917" providerId="LiveId" clId="{D6A4495E-270E-5780-AA0A-2870881BF0F4}" dt="2026-02-08T08:47:22.955" v="3333" actId="20577"/>
        <pc:sldMkLst>
          <pc:docMk/>
          <pc:sldMk cId="0" sldId="258"/>
        </pc:sldMkLst>
        <pc:spChg chg="mod">
          <ac:chgData name="Bertrand FILLION" userId="b7ba5e4f88c7f917" providerId="LiveId" clId="{D6A4495E-270E-5780-AA0A-2870881BF0F4}" dt="2026-02-07T14:58:16.408" v="829" actId="14100"/>
          <ac:spMkLst>
            <pc:docMk/>
            <pc:sldMk cId="0" sldId="258"/>
            <ac:spMk id="3" creationId="{9A1E6D3B-4A7E-6F58-16F8-F9AC7A1F17CA}"/>
          </ac:spMkLst>
        </pc:spChg>
        <pc:spChg chg="mod">
          <ac:chgData name="Bertrand FILLION" userId="b7ba5e4f88c7f917" providerId="LiveId" clId="{D6A4495E-270E-5780-AA0A-2870881BF0F4}" dt="2026-02-08T08:44:40.325" v="3332" actId="14100"/>
          <ac:spMkLst>
            <pc:docMk/>
            <pc:sldMk cId="0" sldId="258"/>
            <ac:spMk id="4" creationId="{43445544-9AEC-5C20-69EC-0A5856565589}"/>
          </ac:spMkLst>
        </pc:spChg>
        <pc:spChg chg="mod">
          <ac:chgData name="Bertrand FILLION" userId="b7ba5e4f88c7f917" providerId="LiveId" clId="{D6A4495E-270E-5780-AA0A-2870881BF0F4}" dt="2026-02-07T14:58:26.033" v="830" actId="1076"/>
          <ac:spMkLst>
            <pc:docMk/>
            <pc:sldMk cId="0" sldId="258"/>
            <ac:spMk id="6" creationId="{62BA5E99-9C85-D77A-1154-4C3A9447DEF0}"/>
          </ac:spMkLst>
        </pc:spChg>
        <pc:spChg chg="mod">
          <ac:chgData name="Bertrand FILLION" userId="b7ba5e4f88c7f917" providerId="LiveId" clId="{D6A4495E-270E-5780-AA0A-2870881BF0F4}" dt="2026-02-07T14:53:54.657" v="562" actId="20577"/>
          <ac:spMkLst>
            <pc:docMk/>
            <pc:sldMk cId="0" sldId="258"/>
            <ac:spMk id="437" creationId="{00000000-0000-0000-0000-000000000000}"/>
          </ac:spMkLst>
        </pc:spChg>
        <pc:spChg chg="mod">
          <ac:chgData name="Bertrand FILLION" userId="b7ba5e4f88c7f917" providerId="LiveId" clId="{D6A4495E-270E-5780-AA0A-2870881BF0F4}" dt="2026-02-07T14:57:21.515" v="773" actId="255"/>
          <ac:spMkLst>
            <pc:docMk/>
            <pc:sldMk cId="0" sldId="258"/>
            <ac:spMk id="438" creationId="{00000000-0000-0000-0000-000000000000}"/>
          </ac:spMkLst>
        </pc:spChg>
        <pc:spChg chg="mod">
          <ac:chgData name="Bertrand FILLION" userId="b7ba5e4f88c7f917" providerId="LiveId" clId="{D6A4495E-270E-5780-AA0A-2870881BF0F4}" dt="2026-02-07T14:54:02.828" v="574" actId="20577"/>
          <ac:spMkLst>
            <pc:docMk/>
            <pc:sldMk cId="0" sldId="258"/>
            <ac:spMk id="441" creationId="{00000000-0000-0000-0000-000000000000}"/>
          </ac:spMkLst>
        </pc:spChg>
        <pc:spChg chg="mod">
          <ac:chgData name="Bertrand FILLION" userId="b7ba5e4f88c7f917" providerId="LiveId" clId="{D6A4495E-270E-5780-AA0A-2870881BF0F4}" dt="2026-02-08T08:47:22.955" v="3333" actId="20577"/>
          <ac:spMkLst>
            <pc:docMk/>
            <pc:sldMk cId="0" sldId="258"/>
            <ac:spMk id="442" creationId="{00000000-0000-0000-0000-000000000000}"/>
          </ac:spMkLst>
        </pc:spChg>
        <pc:spChg chg="mod">
          <ac:chgData name="Bertrand FILLION" userId="b7ba5e4f88c7f917" providerId="LiveId" clId="{D6A4495E-270E-5780-AA0A-2870881BF0F4}" dt="2026-02-07T14:54:43.261" v="597" actId="20577"/>
          <ac:spMkLst>
            <pc:docMk/>
            <pc:sldMk cId="0" sldId="258"/>
            <ac:spMk id="444" creationId="{00000000-0000-0000-0000-000000000000}"/>
          </ac:spMkLst>
        </pc:spChg>
        <pc:spChg chg="mod">
          <ac:chgData name="Bertrand FILLION" userId="b7ba5e4f88c7f917" providerId="LiveId" clId="{D6A4495E-270E-5780-AA0A-2870881BF0F4}" dt="2026-02-07T15:03:20.470" v="862" actId="255"/>
          <ac:spMkLst>
            <pc:docMk/>
            <pc:sldMk cId="0" sldId="258"/>
            <ac:spMk id="445" creationId="{00000000-0000-0000-0000-000000000000}"/>
          </ac:spMkLst>
        </pc:spChg>
        <pc:spChg chg="mod">
          <ac:chgData name="Bertrand FILLION" userId="b7ba5e4f88c7f917" providerId="LiveId" clId="{D6A4495E-270E-5780-AA0A-2870881BF0F4}" dt="2026-02-07T14:54:56.180" v="607" actId="20577"/>
          <ac:spMkLst>
            <pc:docMk/>
            <pc:sldMk cId="0" sldId="258"/>
            <ac:spMk id="447" creationId="{00000000-0000-0000-0000-000000000000}"/>
          </ac:spMkLst>
        </pc:spChg>
        <pc:spChg chg="mod">
          <ac:chgData name="Bertrand FILLION" userId="b7ba5e4f88c7f917" providerId="LiveId" clId="{D6A4495E-270E-5780-AA0A-2870881BF0F4}" dt="2026-02-07T15:03:26.004" v="863" actId="255"/>
          <ac:spMkLst>
            <pc:docMk/>
            <pc:sldMk cId="0" sldId="258"/>
            <ac:spMk id="448" creationId="{00000000-0000-0000-0000-000000000000}"/>
          </ac:spMkLst>
        </pc:spChg>
      </pc:sldChg>
      <pc:sldChg chg="addSp delSp modSp mod ord">
        <pc:chgData name="Bertrand FILLION" userId="b7ba5e4f88c7f917" providerId="LiveId" clId="{D6A4495E-270E-5780-AA0A-2870881BF0F4}" dt="2026-02-20T15:53:54.039" v="4435" actId="20577"/>
        <pc:sldMkLst>
          <pc:docMk/>
          <pc:sldMk cId="810049517" sldId="329"/>
        </pc:sldMkLst>
        <pc:spChg chg="mod">
          <ac:chgData name="Bertrand FILLION" userId="b7ba5e4f88c7f917" providerId="LiveId" clId="{D6A4495E-270E-5780-AA0A-2870881BF0F4}" dt="2026-02-07T15:07:16.145" v="937"/>
          <ac:spMkLst>
            <pc:docMk/>
            <pc:sldMk cId="810049517" sldId="329"/>
            <ac:spMk id="2" creationId="{4CEFA127-D5A6-C307-682B-43C8C63FB6CC}"/>
          </ac:spMkLst>
        </pc:spChg>
        <pc:spChg chg="mod">
          <ac:chgData name="Bertrand FILLION" userId="b7ba5e4f88c7f917" providerId="LiveId" clId="{D6A4495E-270E-5780-AA0A-2870881BF0F4}" dt="2026-02-20T15:53:54.039" v="4435" actId="20577"/>
          <ac:spMkLst>
            <pc:docMk/>
            <pc:sldMk cId="810049517" sldId="329"/>
            <ac:spMk id="3" creationId="{20A33659-8DD5-FCC5-23C1-81BF543880C0}"/>
          </ac:spMkLst>
        </pc:spChg>
      </pc:sldChg>
      <pc:sldChg chg="addSp delSp modSp mod">
        <pc:chgData name="Bertrand FILLION" userId="b7ba5e4f88c7f917" providerId="LiveId" clId="{D6A4495E-270E-5780-AA0A-2870881BF0F4}" dt="2026-02-20T18:27:08.728" v="6116" actId="20577"/>
        <pc:sldMkLst>
          <pc:docMk/>
          <pc:sldMk cId="3196858547" sldId="364"/>
        </pc:sldMkLst>
        <pc:spChg chg="mod">
          <ac:chgData name="Bertrand FILLION" userId="b7ba5e4f88c7f917" providerId="LiveId" clId="{D6A4495E-270E-5780-AA0A-2870881BF0F4}" dt="2026-02-20T18:27:08.728" v="6116" actId="20577"/>
          <ac:spMkLst>
            <pc:docMk/>
            <pc:sldMk cId="3196858547" sldId="364"/>
            <ac:spMk id="3" creationId="{AC27EDCC-F68B-1C52-0411-23E606239346}"/>
          </ac:spMkLst>
        </pc:spChg>
      </pc:sldChg>
      <pc:sldChg chg="addSp delSp modSp mod">
        <pc:chgData name="Bertrand FILLION" userId="b7ba5e4f88c7f917" providerId="LiveId" clId="{D6A4495E-270E-5780-AA0A-2870881BF0F4}" dt="2026-02-07T15:04:11.980" v="869" actId="122"/>
        <pc:sldMkLst>
          <pc:docMk/>
          <pc:sldMk cId="2832257578" sldId="382"/>
        </pc:sldMkLst>
        <pc:spChg chg="mod">
          <ac:chgData name="Bertrand FILLION" userId="b7ba5e4f88c7f917" providerId="LiveId" clId="{D6A4495E-270E-5780-AA0A-2870881BF0F4}" dt="2026-02-07T15:04:11.980" v="869" actId="122"/>
          <ac:spMkLst>
            <pc:docMk/>
            <pc:sldMk cId="2832257578" sldId="382"/>
            <ac:spMk id="2" creationId="{6D4E913C-75FD-4232-7769-B551FB0D1BDB}"/>
          </ac:spMkLst>
        </pc:spChg>
      </pc:sldChg>
      <pc:sldChg chg="modSp add mod">
        <pc:chgData name="Bertrand FILLION" userId="b7ba5e4f88c7f917" providerId="LiveId" clId="{D6A4495E-270E-5780-AA0A-2870881BF0F4}" dt="2026-02-07T15:04:08.129" v="868" actId="122"/>
        <pc:sldMkLst>
          <pc:docMk/>
          <pc:sldMk cId="279295575" sldId="389"/>
        </pc:sldMkLst>
        <pc:spChg chg="mod">
          <ac:chgData name="Bertrand FILLION" userId="b7ba5e4f88c7f917" providerId="LiveId" clId="{D6A4495E-270E-5780-AA0A-2870881BF0F4}" dt="2026-02-07T15:04:08.129" v="868" actId="122"/>
          <ac:spMkLst>
            <pc:docMk/>
            <pc:sldMk cId="279295575" sldId="389"/>
            <ac:spMk id="2" creationId="{A03033C1-A776-5C92-E2C2-E7C1F508FE99}"/>
          </ac:spMkLst>
        </pc:spChg>
      </pc:sldChg>
      <pc:sldChg chg="modSp add del mod">
        <pc:chgData name="Bertrand FILLION" userId="b7ba5e4f88c7f917" providerId="LiveId" clId="{D6A4495E-270E-5780-AA0A-2870881BF0F4}" dt="2026-02-20T21:43:57.430" v="6118" actId="2696"/>
        <pc:sldMkLst>
          <pc:docMk/>
          <pc:sldMk cId="687527689" sldId="390"/>
        </pc:sldMkLst>
      </pc:sldChg>
      <pc:sldChg chg="modSp add mod">
        <pc:chgData name="Bertrand FILLION" userId="b7ba5e4f88c7f917" providerId="LiveId" clId="{D6A4495E-270E-5780-AA0A-2870881BF0F4}" dt="2026-02-07T15:04:38.482" v="875" actId="122"/>
        <pc:sldMkLst>
          <pc:docMk/>
          <pc:sldMk cId="3942977803" sldId="391"/>
        </pc:sldMkLst>
        <pc:spChg chg="mod">
          <ac:chgData name="Bertrand FILLION" userId="b7ba5e4f88c7f917" providerId="LiveId" clId="{D6A4495E-270E-5780-AA0A-2870881BF0F4}" dt="2026-02-07T15:04:38.482" v="875" actId="122"/>
          <ac:spMkLst>
            <pc:docMk/>
            <pc:sldMk cId="3942977803" sldId="391"/>
            <ac:spMk id="2" creationId="{A774882E-F435-3F69-9BA5-E6877733CFD3}"/>
          </ac:spMkLst>
        </pc:spChg>
      </pc:sldChg>
      <pc:sldChg chg="modSp add mod">
        <pc:chgData name="Bertrand FILLION" userId="b7ba5e4f88c7f917" providerId="LiveId" clId="{D6A4495E-270E-5780-AA0A-2870881BF0F4}" dt="2026-02-20T18:24:34.726" v="5828" actId="20577"/>
        <pc:sldMkLst>
          <pc:docMk/>
          <pc:sldMk cId="3515114462" sldId="392"/>
        </pc:sldMkLst>
        <pc:spChg chg="mod">
          <ac:chgData name="Bertrand FILLION" userId="b7ba5e4f88c7f917" providerId="LiveId" clId="{D6A4495E-270E-5780-AA0A-2870881BF0F4}" dt="2026-02-20T18:24:34.726" v="5828" actId="20577"/>
          <ac:spMkLst>
            <pc:docMk/>
            <pc:sldMk cId="3515114462" sldId="392"/>
            <ac:spMk id="2" creationId="{A19D410E-31E9-8619-DE84-CBD860C010F1}"/>
          </ac:spMkLst>
        </pc:spChg>
      </pc:sldChg>
      <pc:sldChg chg="modSp add del mod">
        <pc:chgData name="Bertrand FILLION" userId="b7ba5e4f88c7f917" providerId="LiveId" clId="{D6A4495E-270E-5780-AA0A-2870881BF0F4}" dt="2026-02-07T15:05:54.187" v="915" actId="2696"/>
        <pc:sldMkLst>
          <pc:docMk/>
          <pc:sldMk cId="2643683501" sldId="393"/>
        </pc:sldMkLst>
        <pc:spChg chg="mod">
          <ac:chgData name="Bertrand FILLION" userId="b7ba5e4f88c7f917" providerId="LiveId" clId="{D6A4495E-270E-5780-AA0A-2870881BF0F4}" dt="2026-02-07T15:04:59.753" v="889" actId="20577"/>
          <ac:spMkLst>
            <pc:docMk/>
            <pc:sldMk cId="2643683501" sldId="393"/>
            <ac:spMk id="2" creationId="{7E1FBE81-C3E9-E035-5C42-1F7E140AAF4F}"/>
          </ac:spMkLst>
        </pc:spChg>
      </pc:sldChg>
      <pc:sldChg chg="addSp delSp modSp new mod">
        <pc:chgData name="Bertrand FILLION" userId="b7ba5e4f88c7f917" providerId="LiveId" clId="{D6A4495E-270E-5780-AA0A-2870881BF0F4}" dt="2026-02-07T16:15:05.748" v="1828" actId="20577"/>
        <pc:sldMkLst>
          <pc:docMk/>
          <pc:sldMk cId="2513593394" sldId="394"/>
        </pc:sldMkLst>
        <pc:spChg chg="mod">
          <ac:chgData name="Bertrand FILLION" userId="b7ba5e4f88c7f917" providerId="LiveId" clId="{D6A4495E-270E-5780-AA0A-2870881BF0F4}" dt="2026-02-07T16:15:05.748" v="1828" actId="20577"/>
          <ac:spMkLst>
            <pc:docMk/>
            <pc:sldMk cId="2513593394" sldId="394"/>
            <ac:spMk id="2" creationId="{D0E2787B-F7A9-AA80-E04E-B1E9BA08F5A4}"/>
          </ac:spMkLst>
        </pc:spChg>
        <pc:spChg chg="mod">
          <ac:chgData name="Bertrand FILLION" userId="b7ba5e4f88c7f917" providerId="LiveId" clId="{D6A4495E-270E-5780-AA0A-2870881BF0F4}" dt="2026-02-07T16:08:43.291" v="1803" actId="20577"/>
          <ac:spMkLst>
            <pc:docMk/>
            <pc:sldMk cId="2513593394" sldId="394"/>
            <ac:spMk id="3" creationId="{5B0834CE-8519-78ED-204A-051FC6B3E20C}"/>
          </ac:spMkLst>
        </pc:spChg>
        <pc:graphicFrameChg chg="add mod modGraphic">
          <ac:chgData name="Bertrand FILLION" userId="b7ba5e4f88c7f917" providerId="LiveId" clId="{D6A4495E-270E-5780-AA0A-2870881BF0F4}" dt="2026-02-07T16:10:30.998" v="1810" actId="207"/>
          <ac:graphicFrameMkLst>
            <pc:docMk/>
            <pc:sldMk cId="2513593394" sldId="394"/>
            <ac:graphicFrameMk id="6" creationId="{51C77F1F-7766-0B97-9B83-E906097A5650}"/>
          </ac:graphicFrameMkLst>
        </pc:graphicFrameChg>
        <pc:picChg chg="add mod">
          <ac:chgData name="Bertrand FILLION" userId="b7ba5e4f88c7f917" providerId="LiveId" clId="{D6A4495E-270E-5780-AA0A-2870881BF0F4}" dt="2026-02-07T16:03:31.701" v="1578" actId="1076"/>
          <ac:picMkLst>
            <pc:docMk/>
            <pc:sldMk cId="2513593394" sldId="394"/>
            <ac:picMk id="6146" creationId="{6C234469-A5DB-373F-7356-9964D09D1756}"/>
          </ac:picMkLst>
        </pc:picChg>
      </pc:sldChg>
      <pc:sldChg chg="addSp modSp new mod">
        <pc:chgData name="Bertrand FILLION" userId="b7ba5e4f88c7f917" providerId="LiveId" clId="{D6A4495E-270E-5780-AA0A-2870881BF0F4}" dt="2026-02-07T17:26:44.984" v="3022" actId="20577"/>
        <pc:sldMkLst>
          <pc:docMk/>
          <pc:sldMk cId="2684971002" sldId="395"/>
        </pc:sldMkLst>
        <pc:spChg chg="mod">
          <ac:chgData name="Bertrand FILLION" userId="b7ba5e4f88c7f917" providerId="LiveId" clId="{D6A4495E-270E-5780-AA0A-2870881BF0F4}" dt="2026-02-07T16:15:35.089" v="1859" actId="20577"/>
          <ac:spMkLst>
            <pc:docMk/>
            <pc:sldMk cId="2684971002" sldId="395"/>
            <ac:spMk id="2" creationId="{F15DC837-FD5D-947C-78C2-36995859496B}"/>
          </ac:spMkLst>
        </pc:spChg>
        <pc:spChg chg="mod">
          <ac:chgData name="Bertrand FILLION" userId="b7ba5e4f88c7f917" providerId="LiveId" clId="{D6A4495E-270E-5780-AA0A-2870881BF0F4}" dt="2026-02-07T17:26:44.984" v="3022" actId="20577"/>
          <ac:spMkLst>
            <pc:docMk/>
            <pc:sldMk cId="2684971002" sldId="395"/>
            <ac:spMk id="3" creationId="{71AF28E8-9DCA-15FB-096A-A593651D7BDF}"/>
          </ac:spMkLst>
        </pc:spChg>
        <pc:picChg chg="add mod">
          <ac:chgData name="Bertrand FILLION" userId="b7ba5e4f88c7f917" providerId="LiveId" clId="{D6A4495E-270E-5780-AA0A-2870881BF0F4}" dt="2026-02-07T17:26:26.483" v="3021" actId="1076"/>
          <ac:picMkLst>
            <pc:docMk/>
            <pc:sldMk cId="2684971002" sldId="395"/>
            <ac:picMk id="5" creationId="{CCB4EEA7-C910-949E-F089-6D4FB8B49EC6}"/>
          </ac:picMkLst>
        </pc:picChg>
      </pc:sldChg>
      <pc:sldChg chg="addSp delSp modSp add mod">
        <pc:chgData name="Bertrand FILLION" userId="b7ba5e4f88c7f917" providerId="LiveId" clId="{D6A4495E-270E-5780-AA0A-2870881BF0F4}" dt="2026-02-07T16:29:58.902" v="2112" actId="1076"/>
        <pc:sldMkLst>
          <pc:docMk/>
          <pc:sldMk cId="1233707292" sldId="396"/>
        </pc:sldMkLst>
        <pc:spChg chg="mod">
          <ac:chgData name="Bertrand FILLION" userId="b7ba5e4f88c7f917" providerId="LiveId" clId="{D6A4495E-270E-5780-AA0A-2870881BF0F4}" dt="2026-02-07T16:25:14.033" v="2101" actId="20577"/>
          <ac:spMkLst>
            <pc:docMk/>
            <pc:sldMk cId="1233707292" sldId="396"/>
            <ac:spMk id="3" creationId="{30522F2A-36B0-0D41-2B97-7E3E84EF8B65}"/>
          </ac:spMkLst>
        </pc:spChg>
        <pc:picChg chg="add mod">
          <ac:chgData name="Bertrand FILLION" userId="b7ba5e4f88c7f917" providerId="LiveId" clId="{D6A4495E-270E-5780-AA0A-2870881BF0F4}" dt="2026-02-07T16:22:57.896" v="2038" actId="1076"/>
          <ac:picMkLst>
            <pc:docMk/>
            <pc:sldMk cId="1233707292" sldId="396"/>
            <ac:picMk id="6" creationId="{47593F79-67A3-2A85-9722-2530D941D8D3}"/>
          </ac:picMkLst>
        </pc:picChg>
        <pc:picChg chg="add mod">
          <ac:chgData name="Bertrand FILLION" userId="b7ba5e4f88c7f917" providerId="LiveId" clId="{D6A4495E-270E-5780-AA0A-2870881BF0F4}" dt="2026-02-07T16:23:31.886" v="2043" actId="1076"/>
          <ac:picMkLst>
            <pc:docMk/>
            <pc:sldMk cId="1233707292" sldId="396"/>
            <ac:picMk id="7" creationId="{49270870-0BF1-A435-B689-F030969ECB06}"/>
          </ac:picMkLst>
        </pc:picChg>
        <pc:picChg chg="add mod">
          <ac:chgData name="Bertrand FILLION" userId="b7ba5e4f88c7f917" providerId="LiveId" clId="{D6A4495E-270E-5780-AA0A-2870881BF0F4}" dt="2026-02-07T16:29:58.902" v="2112" actId="1076"/>
          <ac:picMkLst>
            <pc:docMk/>
            <pc:sldMk cId="1233707292" sldId="396"/>
            <ac:picMk id="9" creationId="{51CB6A5B-D16C-35DF-3F7F-DAB4935B838F}"/>
          </ac:picMkLst>
        </pc:picChg>
      </pc:sldChg>
      <pc:sldChg chg="addSp delSp modSp add mod">
        <pc:chgData name="Bertrand FILLION" userId="b7ba5e4f88c7f917" providerId="LiveId" clId="{D6A4495E-270E-5780-AA0A-2870881BF0F4}" dt="2026-02-07T17:27:39.604" v="3037" actId="2710"/>
        <pc:sldMkLst>
          <pc:docMk/>
          <pc:sldMk cId="4153008494" sldId="397"/>
        </pc:sldMkLst>
        <pc:spChg chg="mod">
          <ac:chgData name="Bertrand FILLION" userId="b7ba5e4f88c7f917" providerId="LiveId" clId="{D6A4495E-270E-5780-AA0A-2870881BF0F4}" dt="2026-02-07T17:27:39.604" v="3037" actId="2710"/>
          <ac:spMkLst>
            <pc:docMk/>
            <pc:sldMk cId="4153008494" sldId="397"/>
            <ac:spMk id="3" creationId="{6041E69F-593C-849E-25C7-A7D4340F9C26}"/>
          </ac:spMkLst>
        </pc:spChg>
        <pc:picChg chg="add mod">
          <ac:chgData name="Bertrand FILLION" userId="b7ba5e4f88c7f917" providerId="LiveId" clId="{D6A4495E-270E-5780-AA0A-2870881BF0F4}" dt="2026-02-07T16:54:18.146" v="2190" actId="1076"/>
          <ac:picMkLst>
            <pc:docMk/>
            <pc:sldMk cId="4153008494" sldId="397"/>
            <ac:picMk id="5" creationId="{59277D09-E198-B3A3-FFE3-1DB7F597C29C}"/>
          </ac:picMkLst>
        </pc:picChg>
        <pc:picChg chg="add mod">
          <ac:chgData name="Bertrand FILLION" userId="b7ba5e4f88c7f917" providerId="LiveId" clId="{D6A4495E-270E-5780-AA0A-2870881BF0F4}" dt="2026-02-07T16:54:32.062" v="2194" actId="14100"/>
          <ac:picMkLst>
            <pc:docMk/>
            <pc:sldMk cId="4153008494" sldId="397"/>
            <ac:picMk id="9" creationId="{4CEA2AC9-AED2-77F5-EE00-A2FAFBFA2F82}"/>
          </ac:picMkLst>
        </pc:picChg>
      </pc:sldChg>
      <pc:sldChg chg="addSp delSp modSp add mod">
        <pc:chgData name="Bertrand FILLION" userId="b7ba5e4f88c7f917" providerId="LiveId" clId="{D6A4495E-270E-5780-AA0A-2870881BF0F4}" dt="2026-02-07T17:28:20.694" v="3039" actId="20577"/>
        <pc:sldMkLst>
          <pc:docMk/>
          <pc:sldMk cId="4228708544" sldId="398"/>
        </pc:sldMkLst>
        <pc:spChg chg="mod">
          <ac:chgData name="Bertrand FILLION" userId="b7ba5e4f88c7f917" providerId="LiveId" clId="{D6A4495E-270E-5780-AA0A-2870881BF0F4}" dt="2026-02-07T17:28:20.694" v="3039" actId="20577"/>
          <ac:spMkLst>
            <pc:docMk/>
            <pc:sldMk cId="4228708544" sldId="398"/>
            <ac:spMk id="3" creationId="{61A9DDC9-A7E4-98E4-E6F0-689F7DDF82FB}"/>
          </ac:spMkLst>
        </pc:spChg>
        <pc:spChg chg="add mod">
          <ac:chgData name="Bertrand FILLION" userId="b7ba5e4f88c7f917" providerId="LiveId" clId="{D6A4495E-270E-5780-AA0A-2870881BF0F4}" dt="2026-02-07T17:17:38.249" v="2796" actId="20577"/>
          <ac:spMkLst>
            <pc:docMk/>
            <pc:sldMk cId="4228708544" sldId="398"/>
            <ac:spMk id="7" creationId="{FD934CC9-3D23-EC10-2A0A-81CD4AC3DF25}"/>
          </ac:spMkLst>
        </pc:spChg>
        <pc:picChg chg="add mod">
          <ac:chgData name="Bertrand FILLION" userId="b7ba5e4f88c7f917" providerId="LiveId" clId="{D6A4495E-270E-5780-AA0A-2870881BF0F4}" dt="2026-02-07T16:59:56.822" v="2222" actId="1076"/>
          <ac:picMkLst>
            <pc:docMk/>
            <pc:sldMk cId="4228708544" sldId="398"/>
            <ac:picMk id="6" creationId="{DCF63AB9-FBC9-862B-AEFC-738537D6263A}"/>
          </ac:picMkLst>
        </pc:picChg>
        <pc:picChg chg="add mod">
          <ac:chgData name="Bertrand FILLION" userId="b7ba5e4f88c7f917" providerId="LiveId" clId="{D6A4495E-270E-5780-AA0A-2870881BF0F4}" dt="2026-02-07T17:00:53.157" v="2296" actId="1076"/>
          <ac:picMkLst>
            <pc:docMk/>
            <pc:sldMk cId="4228708544" sldId="398"/>
            <ac:picMk id="8" creationId="{A278C891-9A92-022A-678D-7B4EC70174A2}"/>
          </ac:picMkLst>
        </pc:picChg>
      </pc:sldChg>
      <pc:sldChg chg="addSp modSp new mod">
        <pc:chgData name="Bertrand FILLION" userId="b7ba5e4f88c7f917" providerId="LiveId" clId="{D6A4495E-270E-5780-AA0A-2870881BF0F4}" dt="2026-02-07T17:32:38.409" v="3104" actId="1076"/>
        <pc:sldMkLst>
          <pc:docMk/>
          <pc:sldMk cId="2447531629" sldId="399"/>
        </pc:sldMkLst>
        <pc:spChg chg="mod">
          <ac:chgData name="Bertrand FILLION" userId="b7ba5e4f88c7f917" providerId="LiveId" clId="{D6A4495E-270E-5780-AA0A-2870881BF0F4}" dt="2026-02-07T17:02:13.582" v="2327" actId="20577"/>
          <ac:spMkLst>
            <pc:docMk/>
            <pc:sldMk cId="2447531629" sldId="399"/>
            <ac:spMk id="2" creationId="{7FAAFBF0-3D81-C6E0-09D3-2928D8783D47}"/>
          </ac:spMkLst>
        </pc:spChg>
        <pc:spChg chg="mod">
          <ac:chgData name="Bertrand FILLION" userId="b7ba5e4f88c7f917" providerId="LiveId" clId="{D6A4495E-270E-5780-AA0A-2870881BF0F4}" dt="2026-02-07T17:32:24.018" v="3103" actId="20577"/>
          <ac:spMkLst>
            <pc:docMk/>
            <pc:sldMk cId="2447531629" sldId="399"/>
            <ac:spMk id="3" creationId="{1C791399-2291-1EB1-A9BE-282F5F44CF01}"/>
          </ac:spMkLst>
        </pc:spChg>
        <pc:spChg chg="add mod">
          <ac:chgData name="Bertrand FILLION" userId="b7ba5e4f88c7f917" providerId="LiveId" clId="{D6A4495E-270E-5780-AA0A-2870881BF0F4}" dt="2026-02-07T17:32:38.409" v="3104" actId="1076"/>
          <ac:spMkLst>
            <pc:docMk/>
            <pc:sldMk cId="2447531629" sldId="399"/>
            <ac:spMk id="5" creationId="{EB4A197E-B235-DB9A-0943-91E7A15833EF}"/>
          </ac:spMkLst>
        </pc:spChg>
        <pc:spChg chg="add mod">
          <ac:chgData name="Bertrand FILLION" userId="b7ba5e4f88c7f917" providerId="LiveId" clId="{D6A4495E-270E-5780-AA0A-2870881BF0F4}" dt="2026-02-07T17:29:53.510" v="3040" actId="1076"/>
          <ac:spMkLst>
            <pc:docMk/>
            <pc:sldMk cId="2447531629" sldId="399"/>
            <ac:spMk id="7" creationId="{EE79B542-D985-9ADF-FE11-25D826249884}"/>
          </ac:spMkLst>
        </pc:spChg>
        <pc:spChg chg="add mod">
          <ac:chgData name="Bertrand FILLION" userId="b7ba5e4f88c7f917" providerId="LiveId" clId="{D6A4495E-270E-5780-AA0A-2870881BF0F4}" dt="2026-02-07T17:29:53.510" v="3040" actId="1076"/>
          <ac:spMkLst>
            <pc:docMk/>
            <pc:sldMk cId="2447531629" sldId="399"/>
            <ac:spMk id="8" creationId="{8ECDB03A-9CD3-944C-D974-23AAA3F69D01}"/>
          </ac:spMkLst>
        </pc:spChg>
        <pc:spChg chg="add mod">
          <ac:chgData name="Bertrand FILLION" userId="b7ba5e4f88c7f917" providerId="LiveId" clId="{D6A4495E-270E-5780-AA0A-2870881BF0F4}" dt="2026-02-07T17:29:53.510" v="3040" actId="1076"/>
          <ac:spMkLst>
            <pc:docMk/>
            <pc:sldMk cId="2447531629" sldId="399"/>
            <ac:spMk id="9" creationId="{6C52FB18-3F50-7592-1BC6-634B7043AB87}"/>
          </ac:spMkLst>
        </pc:spChg>
        <pc:spChg chg="add mod">
          <ac:chgData name="Bertrand FILLION" userId="b7ba5e4f88c7f917" providerId="LiveId" clId="{D6A4495E-270E-5780-AA0A-2870881BF0F4}" dt="2026-02-07T17:29:53.510" v="3040" actId="1076"/>
          <ac:spMkLst>
            <pc:docMk/>
            <pc:sldMk cId="2447531629" sldId="399"/>
            <ac:spMk id="10" creationId="{07966FF7-294A-DA3D-6309-3F02EFF3112E}"/>
          </ac:spMkLst>
        </pc:spChg>
        <pc:spChg chg="add mod">
          <ac:chgData name="Bertrand FILLION" userId="b7ba5e4f88c7f917" providerId="LiveId" clId="{D6A4495E-270E-5780-AA0A-2870881BF0F4}" dt="2026-02-07T17:29:53.510" v="3040" actId="1076"/>
          <ac:spMkLst>
            <pc:docMk/>
            <pc:sldMk cId="2447531629" sldId="399"/>
            <ac:spMk id="11" creationId="{58AD3A6D-F738-4518-15F4-1B3D7A14F6D0}"/>
          </ac:spMkLst>
        </pc:spChg>
        <pc:spChg chg="add mod">
          <ac:chgData name="Bertrand FILLION" userId="b7ba5e4f88c7f917" providerId="LiveId" clId="{D6A4495E-270E-5780-AA0A-2870881BF0F4}" dt="2026-02-07T17:29:53.510" v="3040" actId="1076"/>
          <ac:spMkLst>
            <pc:docMk/>
            <pc:sldMk cId="2447531629" sldId="399"/>
            <ac:spMk id="12" creationId="{E366CA98-263E-1629-FE5E-B59DFE2DAF3A}"/>
          </ac:spMkLst>
        </pc:spChg>
        <pc:spChg chg="add mod">
          <ac:chgData name="Bertrand FILLION" userId="b7ba5e4f88c7f917" providerId="LiveId" clId="{D6A4495E-270E-5780-AA0A-2870881BF0F4}" dt="2026-02-07T17:29:53.510" v="3040" actId="1076"/>
          <ac:spMkLst>
            <pc:docMk/>
            <pc:sldMk cId="2447531629" sldId="399"/>
            <ac:spMk id="13" creationId="{56D64FD1-AD73-07D9-59B0-1402F9C600BC}"/>
          </ac:spMkLst>
        </pc:spChg>
        <pc:spChg chg="add mod">
          <ac:chgData name="Bertrand FILLION" userId="b7ba5e4f88c7f917" providerId="LiveId" clId="{D6A4495E-270E-5780-AA0A-2870881BF0F4}" dt="2026-02-07T17:16:35.507" v="2783" actId="1076"/>
          <ac:spMkLst>
            <pc:docMk/>
            <pc:sldMk cId="2447531629" sldId="399"/>
            <ac:spMk id="14" creationId="{35E38280-3B45-EC08-C8D1-5803CC73D748}"/>
          </ac:spMkLst>
        </pc:spChg>
        <pc:spChg chg="add mod">
          <ac:chgData name="Bertrand FILLION" userId="b7ba5e4f88c7f917" providerId="LiveId" clId="{D6A4495E-270E-5780-AA0A-2870881BF0F4}" dt="2026-02-07T17:32:38.409" v="3104" actId="1076"/>
          <ac:spMkLst>
            <pc:docMk/>
            <pc:sldMk cId="2447531629" sldId="399"/>
            <ac:spMk id="15" creationId="{4515B2C9-E3F2-65E3-34D1-D70B21E1CBF3}"/>
          </ac:spMkLst>
        </pc:spChg>
        <pc:grpChg chg="add mod">
          <ac:chgData name="Bertrand FILLION" userId="b7ba5e4f88c7f917" providerId="LiveId" clId="{D6A4495E-270E-5780-AA0A-2870881BF0F4}" dt="2026-02-07T17:29:53.510" v="3040" actId="1076"/>
          <ac:grpSpMkLst>
            <pc:docMk/>
            <pc:sldMk cId="2447531629" sldId="399"/>
            <ac:grpSpMk id="16" creationId="{D6C38E07-D7EE-F1FD-F313-056FF7A55FE7}"/>
          </ac:grpSpMkLst>
        </pc:grpChg>
        <pc:picChg chg="add mod">
          <ac:chgData name="Bertrand FILLION" userId="b7ba5e4f88c7f917" providerId="LiveId" clId="{D6A4495E-270E-5780-AA0A-2870881BF0F4}" dt="2026-02-07T17:29:53.510" v="3040" actId="1076"/>
          <ac:picMkLst>
            <pc:docMk/>
            <pc:sldMk cId="2447531629" sldId="399"/>
            <ac:picMk id="6" creationId="{8D45DEFB-3C5C-762E-6C24-73F711514394}"/>
          </ac:picMkLst>
        </pc:picChg>
        <pc:picChg chg="add mod">
          <ac:chgData name="Bertrand FILLION" userId="b7ba5e4f88c7f917" providerId="LiveId" clId="{D6A4495E-270E-5780-AA0A-2870881BF0F4}" dt="2026-02-07T17:31:49.641" v="3058" actId="1076"/>
          <ac:picMkLst>
            <pc:docMk/>
            <pc:sldMk cId="2447531629" sldId="399"/>
            <ac:picMk id="17" creationId="{46E129B2-4457-A591-F935-80E9B6C52C74}"/>
          </ac:picMkLst>
        </pc:picChg>
        <pc:picChg chg="add mod">
          <ac:chgData name="Bertrand FILLION" userId="b7ba5e4f88c7f917" providerId="LiveId" clId="{D6A4495E-270E-5780-AA0A-2870881BF0F4}" dt="2026-02-07T17:31:52.042" v="3059" actId="1076"/>
          <ac:picMkLst>
            <pc:docMk/>
            <pc:sldMk cId="2447531629" sldId="399"/>
            <ac:picMk id="18" creationId="{068B1E36-DA32-8105-6BF2-6C8B934AF903}"/>
          </ac:picMkLst>
        </pc:picChg>
      </pc:sldChg>
      <pc:sldChg chg="addSp delSp modSp new mod ord">
        <pc:chgData name="Bertrand FILLION" userId="b7ba5e4f88c7f917" providerId="LiveId" clId="{D6A4495E-270E-5780-AA0A-2870881BF0F4}" dt="2026-02-20T17:29:29.947" v="5295" actId="20577"/>
        <pc:sldMkLst>
          <pc:docMk/>
          <pc:sldMk cId="478654103" sldId="400"/>
        </pc:sldMkLst>
        <pc:spChg chg="mod">
          <ac:chgData name="Bertrand FILLION" userId="b7ba5e4f88c7f917" providerId="LiveId" clId="{D6A4495E-270E-5780-AA0A-2870881BF0F4}" dt="2026-02-07T17:08:18.598" v="2575" actId="20577"/>
          <ac:spMkLst>
            <pc:docMk/>
            <pc:sldMk cId="478654103" sldId="400"/>
            <ac:spMk id="2" creationId="{A451A514-321A-59ED-2761-7E8006BD2245}"/>
          </ac:spMkLst>
        </pc:spChg>
        <pc:spChg chg="mod">
          <ac:chgData name="Bertrand FILLION" userId="b7ba5e4f88c7f917" providerId="LiveId" clId="{D6A4495E-270E-5780-AA0A-2870881BF0F4}" dt="2026-02-20T17:29:29.947" v="5295" actId="20577"/>
          <ac:spMkLst>
            <pc:docMk/>
            <pc:sldMk cId="478654103" sldId="400"/>
            <ac:spMk id="3" creationId="{58323A1D-CAE1-A888-3D5B-79B97BEF7870}"/>
          </ac:spMkLst>
        </pc:spChg>
      </pc:sldChg>
      <pc:sldChg chg="addSp delSp modSp new mod">
        <pc:chgData name="Bertrand FILLION" userId="b7ba5e4f88c7f917" providerId="LiveId" clId="{D6A4495E-270E-5780-AA0A-2870881BF0F4}" dt="2026-02-20T18:13:50.635" v="5399" actId="20577"/>
        <pc:sldMkLst>
          <pc:docMk/>
          <pc:sldMk cId="3517905639" sldId="401"/>
        </pc:sldMkLst>
        <pc:spChg chg="mod">
          <ac:chgData name="Bertrand FILLION" userId="b7ba5e4f88c7f917" providerId="LiveId" clId="{D6A4495E-270E-5780-AA0A-2870881BF0F4}" dt="2026-02-07T17:38:07.660" v="3297"/>
          <ac:spMkLst>
            <pc:docMk/>
            <pc:sldMk cId="3517905639" sldId="401"/>
            <ac:spMk id="2" creationId="{DEB851B1-CCA4-15B1-FDC6-075756C736BE}"/>
          </ac:spMkLst>
        </pc:spChg>
        <pc:spChg chg="mod">
          <ac:chgData name="Bertrand FILLION" userId="b7ba5e4f88c7f917" providerId="LiveId" clId="{D6A4495E-270E-5780-AA0A-2870881BF0F4}" dt="2026-02-20T18:13:50.635" v="5399" actId="20577"/>
          <ac:spMkLst>
            <pc:docMk/>
            <pc:sldMk cId="3517905639" sldId="401"/>
            <ac:spMk id="3" creationId="{07A85968-916A-2646-CD28-2FF04D9EABFF}"/>
          </ac:spMkLst>
        </pc:spChg>
        <pc:picChg chg="add del mod">
          <ac:chgData name="Bertrand FILLION" userId="b7ba5e4f88c7f917" providerId="LiveId" clId="{D6A4495E-270E-5780-AA0A-2870881BF0F4}" dt="2026-02-20T16:34:06.775" v="5074" actId="478"/>
          <ac:picMkLst>
            <pc:docMk/>
            <pc:sldMk cId="3517905639" sldId="401"/>
            <ac:picMk id="5" creationId="{FE598593-8207-0F0F-3A7B-34E288B29E86}"/>
          </ac:picMkLst>
        </pc:picChg>
        <pc:picChg chg="add mod">
          <ac:chgData name="Bertrand FILLION" userId="b7ba5e4f88c7f917" providerId="LiveId" clId="{D6A4495E-270E-5780-AA0A-2870881BF0F4}" dt="2026-02-20T18:12:28.891" v="5304" actId="1076"/>
          <ac:picMkLst>
            <pc:docMk/>
            <pc:sldMk cId="3517905639" sldId="401"/>
            <ac:picMk id="6" creationId="{CB2A68E4-DCCF-56AB-103D-9D696F745286}"/>
          </ac:picMkLst>
        </pc:picChg>
      </pc:sldChg>
      <pc:sldChg chg="addSp delSp modSp new mod ord">
        <pc:chgData name="Bertrand FILLION" userId="b7ba5e4f88c7f917" providerId="LiveId" clId="{D6A4495E-270E-5780-AA0A-2870881BF0F4}" dt="2026-02-14T14:31:39.674" v="4307" actId="20578"/>
        <pc:sldMkLst>
          <pc:docMk/>
          <pc:sldMk cId="4145933039" sldId="402"/>
        </pc:sldMkLst>
        <pc:spChg chg="mod">
          <ac:chgData name="Bertrand FILLION" userId="b7ba5e4f88c7f917" providerId="LiveId" clId="{D6A4495E-270E-5780-AA0A-2870881BF0F4}" dt="2026-02-07T17:36:51.778" v="3275" actId="20577"/>
          <ac:spMkLst>
            <pc:docMk/>
            <pc:sldMk cId="4145933039" sldId="402"/>
            <ac:spMk id="2" creationId="{F9D73805-22E6-210A-6FBD-14DF480BC992}"/>
          </ac:spMkLst>
        </pc:spChg>
        <pc:spChg chg="add mod">
          <ac:chgData name="Bertrand FILLION" userId="b7ba5e4f88c7f917" providerId="LiveId" clId="{D6A4495E-270E-5780-AA0A-2870881BF0F4}" dt="2026-02-14T11:19:19.949" v="3789" actId="1076"/>
          <ac:spMkLst>
            <pc:docMk/>
            <pc:sldMk cId="4145933039" sldId="402"/>
            <ac:spMk id="10" creationId="{DBE639AA-4109-B5DC-A434-FB41C02ADFD7}"/>
          </ac:spMkLst>
        </pc:spChg>
        <pc:spChg chg="add mod">
          <ac:chgData name="Bertrand FILLION" userId="b7ba5e4f88c7f917" providerId="LiveId" clId="{D6A4495E-270E-5780-AA0A-2870881BF0F4}" dt="2026-02-14T11:11:32.600" v="3676" actId="1076"/>
          <ac:spMkLst>
            <pc:docMk/>
            <pc:sldMk cId="4145933039" sldId="402"/>
            <ac:spMk id="12" creationId="{7AE94D2A-5012-36C4-0BCF-7F4192B7A2F0}"/>
          </ac:spMkLst>
        </pc:spChg>
        <pc:spChg chg="add mod">
          <ac:chgData name="Bertrand FILLION" userId="b7ba5e4f88c7f917" providerId="LiveId" clId="{D6A4495E-270E-5780-AA0A-2870881BF0F4}" dt="2026-02-14T11:11:32.600" v="3676" actId="1076"/>
          <ac:spMkLst>
            <pc:docMk/>
            <pc:sldMk cId="4145933039" sldId="402"/>
            <ac:spMk id="13" creationId="{DC8D0EC9-A587-B36E-3C00-BDA6DD6C830F}"/>
          </ac:spMkLst>
        </pc:spChg>
        <pc:spChg chg="add mod">
          <ac:chgData name="Bertrand FILLION" userId="b7ba5e4f88c7f917" providerId="LiveId" clId="{D6A4495E-270E-5780-AA0A-2870881BF0F4}" dt="2026-02-14T11:11:32.600" v="3676" actId="1076"/>
          <ac:spMkLst>
            <pc:docMk/>
            <pc:sldMk cId="4145933039" sldId="402"/>
            <ac:spMk id="14" creationId="{2B092D3D-7C90-0004-E953-D910BBFC4888}"/>
          </ac:spMkLst>
        </pc:spChg>
        <pc:spChg chg="add mod">
          <ac:chgData name="Bertrand FILLION" userId="b7ba5e4f88c7f917" providerId="LiveId" clId="{D6A4495E-270E-5780-AA0A-2870881BF0F4}" dt="2026-02-14T11:11:32.600" v="3676" actId="1076"/>
          <ac:spMkLst>
            <pc:docMk/>
            <pc:sldMk cId="4145933039" sldId="402"/>
            <ac:spMk id="15" creationId="{30BFDBF4-A5DF-0167-267A-6D59C45D35DA}"/>
          </ac:spMkLst>
        </pc:spChg>
        <pc:spChg chg="add mod">
          <ac:chgData name="Bertrand FILLION" userId="b7ba5e4f88c7f917" providerId="LiveId" clId="{D6A4495E-270E-5780-AA0A-2870881BF0F4}" dt="2026-02-14T11:19:09.450" v="3788" actId="1076"/>
          <ac:spMkLst>
            <pc:docMk/>
            <pc:sldMk cId="4145933039" sldId="402"/>
            <ac:spMk id="16" creationId="{53EDBC91-472E-8E21-8594-3064BEC8106F}"/>
          </ac:spMkLst>
        </pc:spChg>
        <pc:spChg chg="add mod">
          <ac:chgData name="Bertrand FILLION" userId="b7ba5e4f88c7f917" providerId="LiveId" clId="{D6A4495E-270E-5780-AA0A-2870881BF0F4}" dt="2026-02-14T11:11:32.600" v="3676" actId="1076"/>
          <ac:spMkLst>
            <pc:docMk/>
            <pc:sldMk cId="4145933039" sldId="402"/>
            <ac:spMk id="19" creationId="{3EA5FEF7-48AF-C71A-DB8C-9B5535D23974}"/>
          </ac:spMkLst>
        </pc:spChg>
        <pc:spChg chg="add mod">
          <ac:chgData name="Bertrand FILLION" userId="b7ba5e4f88c7f917" providerId="LiveId" clId="{D6A4495E-270E-5780-AA0A-2870881BF0F4}" dt="2026-02-14T11:11:32.600" v="3676" actId="1076"/>
          <ac:spMkLst>
            <pc:docMk/>
            <pc:sldMk cId="4145933039" sldId="402"/>
            <ac:spMk id="21" creationId="{76CDF5C5-5F93-121C-94CA-08BF21B202B0}"/>
          </ac:spMkLst>
        </pc:spChg>
        <pc:spChg chg="add mod">
          <ac:chgData name="Bertrand FILLION" userId="b7ba5e4f88c7f917" providerId="LiveId" clId="{D6A4495E-270E-5780-AA0A-2870881BF0F4}" dt="2026-02-14T11:18:55.250" v="3785" actId="1076"/>
          <ac:spMkLst>
            <pc:docMk/>
            <pc:sldMk cId="4145933039" sldId="402"/>
            <ac:spMk id="27" creationId="{0C2020CC-55C8-DA94-F53D-AC6ADAD7CBE8}"/>
          </ac:spMkLst>
        </pc:spChg>
        <pc:spChg chg="add mod">
          <ac:chgData name="Bertrand FILLION" userId="b7ba5e4f88c7f917" providerId="LiveId" clId="{D6A4495E-270E-5780-AA0A-2870881BF0F4}" dt="2026-02-14T11:17:26.831" v="3758" actId="207"/>
          <ac:spMkLst>
            <pc:docMk/>
            <pc:sldMk cId="4145933039" sldId="402"/>
            <ac:spMk id="28" creationId="{86F99896-5B36-0E79-53DA-879AF2F8B3E3}"/>
          </ac:spMkLst>
        </pc:spChg>
        <pc:spChg chg="add mod">
          <ac:chgData name="Bertrand FILLION" userId="b7ba5e4f88c7f917" providerId="LiveId" clId="{D6A4495E-270E-5780-AA0A-2870881BF0F4}" dt="2026-02-14T11:16:28.280" v="3728" actId="167"/>
          <ac:spMkLst>
            <pc:docMk/>
            <pc:sldMk cId="4145933039" sldId="402"/>
            <ac:spMk id="29" creationId="{E37BE5E2-A95D-0907-E7CA-E307D3378E0B}"/>
          </ac:spMkLst>
        </pc:spChg>
        <pc:spChg chg="add mod">
          <ac:chgData name="Bertrand FILLION" userId="b7ba5e4f88c7f917" providerId="LiveId" clId="{D6A4495E-270E-5780-AA0A-2870881BF0F4}" dt="2026-02-14T11:18:23.596" v="3775" actId="20577"/>
          <ac:spMkLst>
            <pc:docMk/>
            <pc:sldMk cId="4145933039" sldId="402"/>
            <ac:spMk id="30" creationId="{005CEBC7-B16D-5782-0EAB-34EE56F1F276}"/>
          </ac:spMkLst>
        </pc:spChg>
        <pc:spChg chg="add mod">
          <ac:chgData name="Bertrand FILLION" userId="b7ba5e4f88c7f917" providerId="LiveId" clId="{D6A4495E-270E-5780-AA0A-2870881BF0F4}" dt="2026-02-14T11:18:36.937" v="3784" actId="20577"/>
          <ac:spMkLst>
            <pc:docMk/>
            <pc:sldMk cId="4145933039" sldId="402"/>
            <ac:spMk id="31" creationId="{E7DEC6F3-C56E-E066-DE8A-96DAB364D5DC}"/>
          </ac:spMkLst>
        </pc:spChg>
        <pc:graphicFrameChg chg="add mod modGraphic">
          <ac:chgData name="Bertrand FILLION" userId="b7ba5e4f88c7f917" providerId="LiveId" clId="{D6A4495E-270E-5780-AA0A-2870881BF0F4}" dt="2026-02-14T11:19:02.125" v="3786" actId="1076"/>
          <ac:graphicFrameMkLst>
            <pc:docMk/>
            <pc:sldMk cId="4145933039" sldId="402"/>
            <ac:graphicFrameMk id="5" creationId="{C33344ED-B13D-6C56-49AA-97CA4BFCB782}"/>
          </ac:graphicFrameMkLst>
        </pc:graphicFrameChg>
        <pc:graphicFrameChg chg="add mod modGraphic">
          <ac:chgData name="Bertrand FILLION" userId="b7ba5e4f88c7f917" providerId="LiveId" clId="{D6A4495E-270E-5780-AA0A-2870881BF0F4}" dt="2026-02-14T11:11:45.616" v="3677" actId="14734"/>
          <ac:graphicFrameMkLst>
            <pc:docMk/>
            <pc:sldMk cId="4145933039" sldId="402"/>
            <ac:graphicFrameMk id="6" creationId="{E32689B3-7536-8FB9-E85A-AFFD199D8C56}"/>
          </ac:graphicFrameMkLst>
        </pc:graphicFrameChg>
        <pc:graphicFrameChg chg="add mod modGraphic">
          <ac:chgData name="Bertrand FILLION" userId="b7ba5e4f88c7f917" providerId="LiveId" clId="{D6A4495E-270E-5780-AA0A-2870881BF0F4}" dt="2026-02-14T11:18:55.250" v="3785" actId="1076"/>
          <ac:graphicFrameMkLst>
            <pc:docMk/>
            <pc:sldMk cId="4145933039" sldId="402"/>
            <ac:graphicFrameMk id="26" creationId="{914F7E04-61D7-9DE2-97F5-329F8511B2D7}"/>
          </ac:graphicFrameMkLst>
        </pc:graphicFrameChg>
        <pc:cxnChg chg="add mod">
          <ac:chgData name="Bertrand FILLION" userId="b7ba5e4f88c7f917" providerId="LiveId" clId="{D6A4495E-270E-5780-AA0A-2870881BF0F4}" dt="2026-02-14T11:19:06.775" v="3787" actId="14100"/>
          <ac:cxnSpMkLst>
            <pc:docMk/>
            <pc:sldMk cId="4145933039" sldId="402"/>
            <ac:cxnSpMk id="18" creationId="{9CF335CC-3FF4-4219-6E61-748B1392B120}"/>
          </ac:cxnSpMkLst>
        </pc:cxnChg>
      </pc:sldChg>
      <pc:sldChg chg="addSp delSp modSp new mod">
        <pc:chgData name="Bertrand FILLION" userId="b7ba5e4f88c7f917" providerId="LiveId" clId="{D6A4495E-270E-5780-AA0A-2870881BF0F4}" dt="2026-02-21T15:46:28.980" v="6453" actId="1076"/>
        <pc:sldMkLst>
          <pc:docMk/>
          <pc:sldMk cId="1422721441" sldId="403"/>
        </pc:sldMkLst>
        <pc:spChg chg="mod">
          <ac:chgData name="Bertrand FILLION" userId="b7ba5e4f88c7f917" providerId="LiveId" clId="{D6A4495E-270E-5780-AA0A-2870881BF0F4}" dt="2026-02-20T16:03:50.955" v="4663"/>
          <ac:spMkLst>
            <pc:docMk/>
            <pc:sldMk cId="1422721441" sldId="403"/>
            <ac:spMk id="2" creationId="{C5903CD2-4E03-5768-EB99-7DDF0D6E6139}"/>
          </ac:spMkLst>
        </pc:spChg>
        <pc:spChg chg="del mod">
          <ac:chgData name="Bertrand FILLION" userId="b7ba5e4f88c7f917" providerId="LiveId" clId="{D6A4495E-270E-5780-AA0A-2870881BF0F4}" dt="2026-02-20T16:03:29.422" v="4652" actId="478"/>
          <ac:spMkLst>
            <pc:docMk/>
            <pc:sldMk cId="1422721441" sldId="403"/>
            <ac:spMk id="3" creationId="{F7FCEA02-5437-F407-5CAA-6521194AA2B2}"/>
          </ac:spMkLst>
        </pc:spChg>
        <pc:spChg chg="add mod">
          <ac:chgData name="Bertrand FILLION" userId="b7ba5e4f88c7f917" providerId="LiveId" clId="{D6A4495E-270E-5780-AA0A-2870881BF0F4}" dt="2026-02-20T16:02:40.324" v="4639" actId="2710"/>
          <ac:spMkLst>
            <pc:docMk/>
            <pc:sldMk cId="1422721441" sldId="403"/>
            <ac:spMk id="5" creationId="{8F65D23B-A6A6-902F-4EAB-FABF8F7EBC45}"/>
          </ac:spMkLst>
        </pc:spChg>
        <pc:spChg chg="add del mod">
          <ac:chgData name="Bertrand FILLION" userId="b7ba5e4f88c7f917" providerId="LiveId" clId="{D6A4495E-270E-5780-AA0A-2870881BF0F4}" dt="2026-02-20T16:03:38.495" v="4654" actId="478"/>
          <ac:spMkLst>
            <pc:docMk/>
            <pc:sldMk cId="1422721441" sldId="403"/>
            <ac:spMk id="9" creationId="{75F84289-8BF1-3BA4-EC1A-F023495AF09B}"/>
          </ac:spMkLst>
        </pc:spChg>
        <pc:picChg chg="add del mod">
          <ac:chgData name="Bertrand FILLION" userId="b7ba5e4f88c7f917" providerId="LiveId" clId="{D6A4495E-270E-5780-AA0A-2870881BF0F4}" dt="2026-02-21T15:46:12.409" v="6447" actId="478"/>
          <ac:picMkLst>
            <pc:docMk/>
            <pc:sldMk cId="1422721441" sldId="403"/>
            <ac:picMk id="3" creationId="{5690DCBD-E8EE-506C-C380-2C4BAF4AD4C2}"/>
          </ac:picMkLst>
        </pc:picChg>
        <pc:picChg chg="add del mod">
          <ac:chgData name="Bertrand FILLION" userId="b7ba5e4f88c7f917" providerId="LiveId" clId="{D6A4495E-270E-5780-AA0A-2870881BF0F4}" dt="2026-02-21T15:20:22.096" v="6432" actId="478"/>
          <ac:picMkLst>
            <pc:docMk/>
            <pc:sldMk cId="1422721441" sldId="403"/>
            <ac:picMk id="6" creationId="{27C64E60-D08E-C647-B7BF-7C1872400659}"/>
          </ac:picMkLst>
        </pc:picChg>
        <pc:picChg chg="add del mod">
          <ac:chgData name="Bertrand FILLION" userId="b7ba5e4f88c7f917" providerId="LiveId" clId="{D6A4495E-270E-5780-AA0A-2870881BF0F4}" dt="2026-02-21T15:20:21.658" v="6431" actId="478"/>
          <ac:picMkLst>
            <pc:docMk/>
            <pc:sldMk cId="1422721441" sldId="403"/>
            <ac:picMk id="7" creationId="{8E2CDBB9-717B-2481-5832-D91E6A72C995}"/>
          </ac:picMkLst>
        </pc:picChg>
        <pc:picChg chg="add del mod">
          <ac:chgData name="Bertrand FILLION" userId="b7ba5e4f88c7f917" providerId="LiveId" clId="{D6A4495E-270E-5780-AA0A-2870881BF0F4}" dt="2026-02-21T15:46:04.818" v="6443" actId="478"/>
          <ac:picMkLst>
            <pc:docMk/>
            <pc:sldMk cId="1422721441" sldId="403"/>
            <ac:picMk id="8" creationId="{C54153C3-1955-A57D-3CA8-22A57461FC89}"/>
          </ac:picMkLst>
        </pc:picChg>
        <pc:picChg chg="add mod">
          <ac:chgData name="Bertrand FILLION" userId="b7ba5e4f88c7f917" providerId="LiveId" clId="{D6A4495E-270E-5780-AA0A-2870881BF0F4}" dt="2026-02-21T15:46:28.980" v="6453" actId="1076"/>
          <ac:picMkLst>
            <pc:docMk/>
            <pc:sldMk cId="1422721441" sldId="403"/>
            <ac:picMk id="9" creationId="{8E8B96E2-766C-EA94-F576-68BEDA91E959}"/>
          </ac:picMkLst>
        </pc:picChg>
        <pc:picChg chg="add mod">
          <ac:chgData name="Bertrand FILLION" userId="b7ba5e4f88c7f917" providerId="LiveId" clId="{D6A4495E-270E-5780-AA0A-2870881BF0F4}" dt="2026-02-21T15:46:25.413" v="6452" actId="1076"/>
          <ac:picMkLst>
            <pc:docMk/>
            <pc:sldMk cId="1422721441" sldId="403"/>
            <ac:picMk id="10" creationId="{0F99E115-B5CC-F037-0BAF-F834FE7AD185}"/>
          </ac:picMkLst>
        </pc:picChg>
      </pc:sldChg>
      <pc:sldChg chg="addSp delSp modSp add mod">
        <pc:chgData name="Bertrand FILLION" userId="b7ba5e4f88c7f917" providerId="LiveId" clId="{D6A4495E-270E-5780-AA0A-2870881BF0F4}" dt="2026-02-20T18:22:42.228" v="5782" actId="403"/>
        <pc:sldMkLst>
          <pc:docMk/>
          <pc:sldMk cId="1820049779" sldId="404"/>
        </pc:sldMkLst>
        <pc:spChg chg="mod">
          <ac:chgData name="Bertrand FILLION" userId="b7ba5e4f88c7f917" providerId="LiveId" clId="{D6A4495E-270E-5780-AA0A-2870881BF0F4}" dt="2026-02-20T18:22:42.228" v="5782" actId="403"/>
          <ac:spMkLst>
            <pc:docMk/>
            <pc:sldMk cId="1820049779" sldId="404"/>
            <ac:spMk id="3" creationId="{20E6BD55-0CB4-6477-C287-A7E5F8493036}"/>
          </ac:spMkLst>
        </pc:spChg>
        <pc:picChg chg="add mod">
          <ac:chgData name="Bertrand FILLION" userId="b7ba5e4f88c7f917" providerId="LiveId" clId="{D6A4495E-270E-5780-AA0A-2870881BF0F4}" dt="2026-02-20T18:21:07.991" v="5768" actId="1076"/>
          <ac:picMkLst>
            <pc:docMk/>
            <pc:sldMk cId="1820049779" sldId="404"/>
            <ac:picMk id="5" creationId="{4C377E79-457F-BA46-46AC-080BD9BA58EA}"/>
          </ac:picMkLst>
        </pc:picChg>
        <pc:picChg chg="del mod">
          <ac:chgData name="Bertrand FILLION" userId="b7ba5e4f88c7f917" providerId="LiveId" clId="{D6A4495E-270E-5780-AA0A-2870881BF0F4}" dt="2026-02-20T16:34:24.607" v="5080" actId="478"/>
          <ac:picMkLst>
            <pc:docMk/>
            <pc:sldMk cId="1820049779" sldId="404"/>
            <ac:picMk id="6" creationId="{805AB954-624C-1931-CDEB-072DCD8E20BB}"/>
          </ac:picMkLst>
        </pc:picChg>
        <pc:picChg chg="add del mod">
          <ac:chgData name="Bertrand FILLION" userId="b7ba5e4f88c7f917" providerId="LiveId" clId="{D6A4495E-270E-5780-AA0A-2870881BF0F4}" dt="2026-02-20T16:34:24.065" v="5079" actId="478"/>
          <ac:picMkLst>
            <pc:docMk/>
            <pc:sldMk cId="1820049779" sldId="404"/>
            <ac:picMk id="7" creationId="{5AC2A5E8-6D59-999A-757D-699469E93790}"/>
          </ac:picMkLst>
        </pc:picChg>
        <pc:picChg chg="add mod">
          <ac:chgData name="Bertrand FILLION" userId="b7ba5e4f88c7f917" providerId="LiveId" clId="{D6A4495E-270E-5780-AA0A-2870881BF0F4}" dt="2026-02-20T18:21:07.991" v="5768" actId="1076"/>
          <ac:picMkLst>
            <pc:docMk/>
            <pc:sldMk cId="1820049779" sldId="404"/>
            <ac:picMk id="8" creationId="{FA166693-CDCC-84CB-EED6-B122188403E0}"/>
          </ac:picMkLst>
        </pc:picChg>
      </pc:sldChg>
      <pc:sldChg chg="addSp delSp modSp add mod">
        <pc:chgData name="Bertrand FILLION" userId="b7ba5e4f88c7f917" providerId="LiveId" clId="{D6A4495E-270E-5780-AA0A-2870881BF0F4}" dt="2026-02-14T14:31:51.968" v="4320"/>
        <pc:sldMkLst>
          <pc:docMk/>
          <pc:sldMk cId="1440274028" sldId="405"/>
        </pc:sldMkLst>
        <pc:spChg chg="mod">
          <ac:chgData name="Bertrand FILLION" userId="b7ba5e4f88c7f917" providerId="LiveId" clId="{D6A4495E-270E-5780-AA0A-2870881BF0F4}" dt="2026-02-14T14:31:51.968" v="4320"/>
          <ac:spMkLst>
            <pc:docMk/>
            <pc:sldMk cId="1440274028" sldId="405"/>
            <ac:spMk id="2" creationId="{2C39DA63-E1BD-312C-540F-3BD5473D24C9}"/>
          </ac:spMkLst>
        </pc:spChg>
        <pc:spChg chg="mod">
          <ac:chgData name="Bertrand FILLION" userId="b7ba5e4f88c7f917" providerId="LiveId" clId="{D6A4495E-270E-5780-AA0A-2870881BF0F4}" dt="2026-02-14T14:26:42.011" v="4208" actId="1035"/>
          <ac:spMkLst>
            <pc:docMk/>
            <pc:sldMk cId="1440274028" sldId="405"/>
            <ac:spMk id="3" creationId="{FBF0B374-4D4B-11D5-4F25-4D7C6C445DA9}"/>
          </ac:spMkLst>
        </pc:spChg>
        <pc:spChg chg="mod">
          <ac:chgData name="Bertrand FILLION" userId="b7ba5e4f88c7f917" providerId="LiveId" clId="{D6A4495E-270E-5780-AA0A-2870881BF0F4}" dt="2026-02-14T14:30:17.289" v="4305" actId="2085"/>
          <ac:spMkLst>
            <pc:docMk/>
            <pc:sldMk cId="1440274028" sldId="405"/>
            <ac:spMk id="10" creationId="{A9D339D0-E557-DC81-DBE2-5B1A8FE6241A}"/>
          </ac:spMkLst>
        </pc:spChg>
        <pc:spChg chg="add mod">
          <ac:chgData name="Bertrand FILLION" userId="b7ba5e4f88c7f917" providerId="LiveId" clId="{D6A4495E-270E-5780-AA0A-2870881BF0F4}" dt="2026-02-14T14:26:37.273" v="4196" actId="1035"/>
          <ac:spMkLst>
            <pc:docMk/>
            <pc:sldMk cId="1440274028" sldId="405"/>
            <ac:spMk id="13" creationId="{E946AFE1-FFC7-0251-8815-B9417CCEC12A}"/>
          </ac:spMkLst>
        </pc:spChg>
        <pc:spChg chg="add mod">
          <ac:chgData name="Bertrand FILLION" userId="b7ba5e4f88c7f917" providerId="LiveId" clId="{D6A4495E-270E-5780-AA0A-2870881BF0F4}" dt="2026-02-14T14:26:37.273" v="4196" actId="1035"/>
          <ac:spMkLst>
            <pc:docMk/>
            <pc:sldMk cId="1440274028" sldId="405"/>
            <ac:spMk id="14" creationId="{88B8D8B2-6374-6F86-6098-30D83F13DF7C}"/>
          </ac:spMkLst>
        </pc:spChg>
        <pc:spChg chg="add mod">
          <ac:chgData name="Bertrand FILLION" userId="b7ba5e4f88c7f917" providerId="LiveId" clId="{D6A4495E-270E-5780-AA0A-2870881BF0F4}" dt="2026-02-14T14:26:37.273" v="4196" actId="1035"/>
          <ac:spMkLst>
            <pc:docMk/>
            <pc:sldMk cId="1440274028" sldId="405"/>
            <ac:spMk id="15" creationId="{9980385F-B82A-C799-21FA-08EF8200EF3D}"/>
          </ac:spMkLst>
        </pc:spChg>
        <pc:spChg chg="add mod">
          <ac:chgData name="Bertrand FILLION" userId="b7ba5e4f88c7f917" providerId="LiveId" clId="{D6A4495E-270E-5780-AA0A-2870881BF0F4}" dt="2026-02-14T14:26:37.273" v="4196" actId="1035"/>
          <ac:spMkLst>
            <pc:docMk/>
            <pc:sldMk cId="1440274028" sldId="405"/>
            <ac:spMk id="16" creationId="{1F081C9D-642C-683E-F0A6-4F3F2220404C}"/>
          </ac:spMkLst>
        </pc:spChg>
        <pc:spChg chg="add mod">
          <ac:chgData name="Bertrand FILLION" userId="b7ba5e4f88c7f917" providerId="LiveId" clId="{D6A4495E-270E-5780-AA0A-2870881BF0F4}" dt="2026-02-14T14:26:37.273" v="4196" actId="1035"/>
          <ac:spMkLst>
            <pc:docMk/>
            <pc:sldMk cId="1440274028" sldId="405"/>
            <ac:spMk id="17" creationId="{B8922AD4-FE5A-B4E9-7D2B-717F5CFE18CC}"/>
          </ac:spMkLst>
        </pc:spChg>
        <pc:spChg chg="add mod">
          <ac:chgData name="Bertrand FILLION" userId="b7ba5e4f88c7f917" providerId="LiveId" clId="{D6A4495E-270E-5780-AA0A-2870881BF0F4}" dt="2026-02-14T14:30:17.289" v="4305" actId="2085"/>
          <ac:spMkLst>
            <pc:docMk/>
            <pc:sldMk cId="1440274028" sldId="405"/>
            <ac:spMk id="32" creationId="{0DBE232D-9CEC-BBB9-1D09-7CDCCCBBAA8F}"/>
          </ac:spMkLst>
        </pc:spChg>
        <pc:spChg chg="add mod">
          <ac:chgData name="Bertrand FILLION" userId="b7ba5e4f88c7f917" providerId="LiveId" clId="{D6A4495E-270E-5780-AA0A-2870881BF0F4}" dt="2026-02-14T14:30:17.289" v="4305" actId="2085"/>
          <ac:spMkLst>
            <pc:docMk/>
            <pc:sldMk cId="1440274028" sldId="405"/>
            <ac:spMk id="33" creationId="{22F0D984-E10D-15CF-A802-FDEC9B4FE705}"/>
          </ac:spMkLst>
        </pc:spChg>
        <pc:spChg chg="add mod">
          <ac:chgData name="Bertrand FILLION" userId="b7ba5e4f88c7f917" providerId="LiveId" clId="{D6A4495E-270E-5780-AA0A-2870881BF0F4}" dt="2026-02-14T14:30:17.289" v="4305" actId="2085"/>
          <ac:spMkLst>
            <pc:docMk/>
            <pc:sldMk cId="1440274028" sldId="405"/>
            <ac:spMk id="34" creationId="{8DBA0E0B-52E2-83E1-0CFA-9D1641778105}"/>
          </ac:spMkLst>
        </pc:spChg>
        <pc:spChg chg="add mod">
          <ac:chgData name="Bertrand FILLION" userId="b7ba5e4f88c7f917" providerId="LiveId" clId="{D6A4495E-270E-5780-AA0A-2870881BF0F4}" dt="2026-02-14T14:30:17.289" v="4305" actId="2085"/>
          <ac:spMkLst>
            <pc:docMk/>
            <pc:sldMk cId="1440274028" sldId="405"/>
            <ac:spMk id="35" creationId="{D041F516-5360-F2A7-81B3-C5D12447BE1F}"/>
          </ac:spMkLst>
        </pc:spChg>
        <pc:spChg chg="add mod">
          <ac:chgData name="Bertrand FILLION" userId="b7ba5e4f88c7f917" providerId="LiveId" clId="{D6A4495E-270E-5780-AA0A-2870881BF0F4}" dt="2026-02-14T14:24:45.456" v="4144" actId="1076"/>
          <ac:spMkLst>
            <pc:docMk/>
            <pc:sldMk cId="1440274028" sldId="405"/>
            <ac:spMk id="76" creationId="{EC79E458-D181-F0E0-E5B0-16235A338F63}"/>
          </ac:spMkLst>
        </pc:spChg>
        <pc:spChg chg="add mod">
          <ac:chgData name="Bertrand FILLION" userId="b7ba5e4f88c7f917" providerId="LiveId" clId="{D6A4495E-270E-5780-AA0A-2870881BF0F4}" dt="2026-02-14T14:26:37.273" v="4196" actId="1035"/>
          <ac:spMkLst>
            <pc:docMk/>
            <pc:sldMk cId="1440274028" sldId="405"/>
            <ac:spMk id="77" creationId="{9A9AB344-E76F-2707-C46F-C2AC10C36AFE}"/>
          </ac:spMkLst>
        </pc:spChg>
        <pc:spChg chg="add mod">
          <ac:chgData name="Bertrand FILLION" userId="b7ba5e4f88c7f917" providerId="LiveId" clId="{D6A4495E-270E-5780-AA0A-2870881BF0F4}" dt="2026-02-14T14:26:37.273" v="4196" actId="1035"/>
          <ac:spMkLst>
            <pc:docMk/>
            <pc:sldMk cId="1440274028" sldId="405"/>
            <ac:spMk id="78" creationId="{ECFD29DA-B828-98E2-FB09-44526FED924A}"/>
          </ac:spMkLst>
        </pc:spChg>
        <pc:spChg chg="add mod">
          <ac:chgData name="Bertrand FILLION" userId="b7ba5e4f88c7f917" providerId="LiveId" clId="{D6A4495E-270E-5780-AA0A-2870881BF0F4}" dt="2026-02-14T14:26:37.273" v="4196" actId="1035"/>
          <ac:spMkLst>
            <pc:docMk/>
            <pc:sldMk cId="1440274028" sldId="405"/>
            <ac:spMk id="79" creationId="{89759740-B5F9-3144-F942-990EB3BAD668}"/>
          </ac:spMkLst>
        </pc:spChg>
        <pc:spChg chg="add mod">
          <ac:chgData name="Bertrand FILLION" userId="b7ba5e4f88c7f917" providerId="LiveId" clId="{D6A4495E-270E-5780-AA0A-2870881BF0F4}" dt="2026-02-14T14:26:37.273" v="4196" actId="1035"/>
          <ac:spMkLst>
            <pc:docMk/>
            <pc:sldMk cId="1440274028" sldId="405"/>
            <ac:spMk id="80" creationId="{795DF4DB-76EE-4D2E-FF1C-0F1DC59BB665}"/>
          </ac:spMkLst>
        </pc:spChg>
        <pc:spChg chg="add mod">
          <ac:chgData name="Bertrand FILLION" userId="b7ba5e4f88c7f917" providerId="LiveId" clId="{D6A4495E-270E-5780-AA0A-2870881BF0F4}" dt="2026-02-14T14:30:35.634" v="4306" actId="1076"/>
          <ac:spMkLst>
            <pc:docMk/>
            <pc:sldMk cId="1440274028" sldId="405"/>
            <ac:spMk id="81" creationId="{9DC6C16E-12FA-8B1D-457B-F5869F26E4C3}"/>
          </ac:spMkLst>
        </pc:spChg>
        <pc:spChg chg="add mod">
          <ac:chgData name="Bertrand FILLION" userId="b7ba5e4f88c7f917" providerId="LiveId" clId="{D6A4495E-270E-5780-AA0A-2870881BF0F4}" dt="2026-02-14T14:30:35.634" v="4306" actId="1076"/>
          <ac:spMkLst>
            <pc:docMk/>
            <pc:sldMk cId="1440274028" sldId="405"/>
            <ac:spMk id="99" creationId="{67E95D35-3852-085F-B233-0DE0479F931B}"/>
          </ac:spMkLst>
        </pc:spChg>
        <pc:grpChg chg="add mod">
          <ac:chgData name="Bertrand FILLION" userId="b7ba5e4f88c7f917" providerId="LiveId" clId="{D6A4495E-270E-5780-AA0A-2870881BF0F4}" dt="2026-02-14T14:23:27.030" v="4129" actId="1076"/>
          <ac:grpSpMkLst>
            <pc:docMk/>
            <pc:sldMk cId="1440274028" sldId="405"/>
            <ac:grpSpMk id="60" creationId="{2E570330-2917-4F50-11C9-70D123663611}"/>
          </ac:grpSpMkLst>
        </pc:grpChg>
        <pc:graphicFrameChg chg="mod">
          <ac:chgData name="Bertrand FILLION" userId="b7ba5e4f88c7f917" providerId="LiveId" clId="{D6A4495E-270E-5780-AA0A-2870881BF0F4}" dt="2026-02-14T14:22:14.057" v="4108" actId="1076"/>
          <ac:graphicFrameMkLst>
            <pc:docMk/>
            <pc:sldMk cId="1440274028" sldId="405"/>
            <ac:graphicFrameMk id="5" creationId="{48DB24EE-E69A-99E6-3242-03DBCE2D66C1}"/>
          </ac:graphicFrameMkLst>
        </pc:graphicFrameChg>
        <pc:graphicFrameChg chg="mod">
          <ac:chgData name="Bertrand FILLION" userId="b7ba5e4f88c7f917" providerId="LiveId" clId="{D6A4495E-270E-5780-AA0A-2870881BF0F4}" dt="2026-02-14T14:22:14.057" v="4108" actId="1076"/>
          <ac:graphicFrameMkLst>
            <pc:docMk/>
            <pc:sldMk cId="1440274028" sldId="405"/>
            <ac:graphicFrameMk id="6" creationId="{9545B3EA-6634-24C7-0DF4-0363DA19A086}"/>
          </ac:graphicFrameMkLst>
        </pc:graphicFrameChg>
        <pc:graphicFrameChg chg="mod">
          <ac:chgData name="Bertrand FILLION" userId="b7ba5e4f88c7f917" providerId="LiveId" clId="{D6A4495E-270E-5780-AA0A-2870881BF0F4}" dt="2026-02-14T14:22:14.057" v="4108" actId="1076"/>
          <ac:graphicFrameMkLst>
            <pc:docMk/>
            <pc:sldMk cId="1440274028" sldId="405"/>
            <ac:graphicFrameMk id="7" creationId="{661B3E2C-64E9-2434-25E2-08389568A58E}"/>
          </ac:graphicFrameMkLst>
        </pc:graphicFrameChg>
        <pc:graphicFrameChg chg="mod">
          <ac:chgData name="Bertrand FILLION" userId="b7ba5e4f88c7f917" providerId="LiveId" clId="{D6A4495E-270E-5780-AA0A-2870881BF0F4}" dt="2026-02-14T14:22:14.057" v="4108" actId="1076"/>
          <ac:graphicFrameMkLst>
            <pc:docMk/>
            <pc:sldMk cId="1440274028" sldId="405"/>
            <ac:graphicFrameMk id="8" creationId="{7188878C-DB5D-C526-3AD9-BB133FF1A9B5}"/>
          </ac:graphicFrameMkLst>
        </pc:graphicFrameChg>
        <pc:graphicFrameChg chg="mod">
          <ac:chgData name="Bertrand FILLION" userId="b7ba5e4f88c7f917" providerId="LiveId" clId="{D6A4495E-270E-5780-AA0A-2870881BF0F4}" dt="2026-02-14T14:22:14.057" v="4108" actId="1076"/>
          <ac:graphicFrameMkLst>
            <pc:docMk/>
            <pc:sldMk cId="1440274028" sldId="405"/>
            <ac:graphicFrameMk id="9" creationId="{E2887C96-796F-404F-0A07-A0FFB2EE3D2D}"/>
          </ac:graphicFrameMkLst>
        </pc:graphicFrameChg>
        <pc:cxnChg chg="add mod">
          <ac:chgData name="Bertrand FILLION" userId="b7ba5e4f88c7f917" providerId="LiveId" clId="{D6A4495E-270E-5780-AA0A-2870881BF0F4}" dt="2026-02-14T14:23:27.030" v="4129" actId="1076"/>
          <ac:cxnSpMkLst>
            <pc:docMk/>
            <pc:sldMk cId="1440274028" sldId="405"/>
            <ac:cxnSpMk id="37" creationId="{8C8225E3-EE1C-AB2E-762A-7FB24F62383B}"/>
          </ac:cxnSpMkLst>
        </pc:cxnChg>
        <pc:cxnChg chg="add mod">
          <ac:chgData name="Bertrand FILLION" userId="b7ba5e4f88c7f917" providerId="LiveId" clId="{D6A4495E-270E-5780-AA0A-2870881BF0F4}" dt="2026-02-14T14:23:27.030" v="4129" actId="1076"/>
          <ac:cxnSpMkLst>
            <pc:docMk/>
            <pc:sldMk cId="1440274028" sldId="405"/>
            <ac:cxnSpMk id="38" creationId="{2791EBB2-7B9C-6142-CA81-BB7B948E6772}"/>
          </ac:cxnSpMkLst>
        </pc:cxnChg>
        <pc:cxnChg chg="add mod">
          <ac:chgData name="Bertrand FILLION" userId="b7ba5e4f88c7f917" providerId="LiveId" clId="{D6A4495E-270E-5780-AA0A-2870881BF0F4}" dt="2026-02-14T14:23:27.030" v="4129" actId="1076"/>
          <ac:cxnSpMkLst>
            <pc:docMk/>
            <pc:sldMk cId="1440274028" sldId="405"/>
            <ac:cxnSpMk id="41" creationId="{EF115B8D-7206-3154-7ABB-5001308F6275}"/>
          </ac:cxnSpMkLst>
        </pc:cxnChg>
        <pc:cxnChg chg="add mod">
          <ac:chgData name="Bertrand FILLION" userId="b7ba5e4f88c7f917" providerId="LiveId" clId="{D6A4495E-270E-5780-AA0A-2870881BF0F4}" dt="2026-02-14T14:23:27.030" v="4129" actId="1076"/>
          <ac:cxnSpMkLst>
            <pc:docMk/>
            <pc:sldMk cId="1440274028" sldId="405"/>
            <ac:cxnSpMk id="43" creationId="{E8A03117-641F-EFA5-4AD9-B1AD3AF0635F}"/>
          </ac:cxnSpMkLst>
        </pc:cxnChg>
        <pc:cxnChg chg="add mod">
          <ac:chgData name="Bertrand FILLION" userId="b7ba5e4f88c7f917" providerId="LiveId" clId="{D6A4495E-270E-5780-AA0A-2870881BF0F4}" dt="2026-02-14T14:23:27.030" v="4129" actId="1076"/>
          <ac:cxnSpMkLst>
            <pc:docMk/>
            <pc:sldMk cId="1440274028" sldId="405"/>
            <ac:cxnSpMk id="47" creationId="{4016BE44-37BA-E46E-D494-6E2A92E98621}"/>
          </ac:cxnSpMkLst>
        </pc:cxnChg>
        <pc:cxnChg chg="add mod">
          <ac:chgData name="Bertrand FILLION" userId="b7ba5e4f88c7f917" providerId="LiveId" clId="{D6A4495E-270E-5780-AA0A-2870881BF0F4}" dt="2026-02-14T14:25:47.649" v="4169" actId="14100"/>
          <ac:cxnSpMkLst>
            <pc:docMk/>
            <pc:sldMk cId="1440274028" sldId="405"/>
            <ac:cxnSpMk id="82" creationId="{FDCC40FA-E072-CF12-A8B6-5D7CC72AD7DD}"/>
          </ac:cxnSpMkLst>
        </pc:cxnChg>
        <pc:cxnChg chg="add mod">
          <ac:chgData name="Bertrand FILLION" userId="b7ba5e4f88c7f917" providerId="LiveId" clId="{D6A4495E-270E-5780-AA0A-2870881BF0F4}" dt="2026-02-14T14:25:56.140" v="4172" actId="14100"/>
          <ac:cxnSpMkLst>
            <pc:docMk/>
            <pc:sldMk cId="1440274028" sldId="405"/>
            <ac:cxnSpMk id="85" creationId="{BC326392-673C-5C65-91E8-74844AA5D145}"/>
          </ac:cxnSpMkLst>
        </pc:cxnChg>
        <pc:cxnChg chg="add mod">
          <ac:chgData name="Bertrand FILLION" userId="b7ba5e4f88c7f917" providerId="LiveId" clId="{D6A4495E-270E-5780-AA0A-2870881BF0F4}" dt="2026-02-14T14:26:01.641" v="4175" actId="14100"/>
          <ac:cxnSpMkLst>
            <pc:docMk/>
            <pc:sldMk cId="1440274028" sldId="405"/>
            <ac:cxnSpMk id="88" creationId="{D40541D0-D005-EE93-1BB5-45C140E85DEA}"/>
          </ac:cxnSpMkLst>
        </pc:cxnChg>
        <pc:cxnChg chg="add mod">
          <ac:chgData name="Bertrand FILLION" userId="b7ba5e4f88c7f917" providerId="LiveId" clId="{D6A4495E-270E-5780-AA0A-2870881BF0F4}" dt="2026-02-14T14:26:05.465" v="4177" actId="14100"/>
          <ac:cxnSpMkLst>
            <pc:docMk/>
            <pc:sldMk cId="1440274028" sldId="405"/>
            <ac:cxnSpMk id="91" creationId="{970D47B5-BAAE-9920-6685-4674D616AA7F}"/>
          </ac:cxnSpMkLst>
        </pc:cxnChg>
        <pc:cxnChg chg="add mod">
          <ac:chgData name="Bertrand FILLION" userId="b7ba5e4f88c7f917" providerId="LiveId" clId="{D6A4495E-270E-5780-AA0A-2870881BF0F4}" dt="2026-02-14T14:26:15.682" v="4181" actId="14100"/>
          <ac:cxnSpMkLst>
            <pc:docMk/>
            <pc:sldMk cId="1440274028" sldId="405"/>
            <ac:cxnSpMk id="93" creationId="{E0DD755D-1DBC-9B74-4108-8AB4C586A216}"/>
          </ac:cxnSpMkLst>
        </pc:cxnChg>
        <pc:cxnChg chg="add mod">
          <ac:chgData name="Bertrand FILLION" userId="b7ba5e4f88c7f917" providerId="LiveId" clId="{D6A4495E-270E-5780-AA0A-2870881BF0F4}" dt="2026-02-14T14:30:35.634" v="4306" actId="1076"/>
          <ac:cxnSpMkLst>
            <pc:docMk/>
            <pc:sldMk cId="1440274028" sldId="405"/>
            <ac:cxnSpMk id="96" creationId="{6BC035B9-9763-BF8F-EE17-3A75EA3AB4CE}"/>
          </ac:cxnSpMkLst>
        </pc:cxnChg>
      </pc:sldChg>
      <pc:sldChg chg="addSp delSp modSp new mod">
        <pc:chgData name="Bertrand FILLION" userId="b7ba5e4f88c7f917" providerId="LiveId" clId="{D6A4495E-270E-5780-AA0A-2870881BF0F4}" dt="2026-02-21T15:47:00.287" v="6463" actId="1076"/>
        <pc:sldMkLst>
          <pc:docMk/>
          <pc:sldMk cId="2967130202" sldId="406"/>
        </pc:sldMkLst>
        <pc:spChg chg="mod">
          <ac:chgData name="Bertrand FILLION" userId="b7ba5e4f88c7f917" providerId="LiveId" clId="{D6A4495E-270E-5780-AA0A-2870881BF0F4}" dt="2026-02-20T16:03:23.453" v="4651"/>
          <ac:spMkLst>
            <pc:docMk/>
            <pc:sldMk cId="2967130202" sldId="406"/>
            <ac:spMk id="2" creationId="{03DC2475-F2A6-EAD0-3178-3A6E068A68B5}"/>
          </ac:spMkLst>
        </pc:spChg>
        <pc:spChg chg="mod">
          <ac:chgData name="Bertrand FILLION" userId="b7ba5e4f88c7f917" providerId="LiveId" clId="{D6A4495E-270E-5780-AA0A-2870881BF0F4}" dt="2026-02-20T16:07:32.185" v="4736" actId="20577"/>
          <ac:spMkLst>
            <pc:docMk/>
            <pc:sldMk cId="2967130202" sldId="406"/>
            <ac:spMk id="3" creationId="{E05A01DD-A634-12D1-FD71-03CD37BEF839}"/>
          </ac:spMkLst>
        </pc:spChg>
        <pc:spChg chg="add mod">
          <ac:chgData name="Bertrand FILLION" userId="b7ba5e4f88c7f917" providerId="LiveId" clId="{D6A4495E-270E-5780-AA0A-2870881BF0F4}" dt="2026-02-20T16:07:52.970" v="4747" actId="6549"/>
          <ac:spMkLst>
            <pc:docMk/>
            <pc:sldMk cId="2967130202" sldId="406"/>
            <ac:spMk id="8" creationId="{422FC80F-9D4B-0443-58FD-81DB559E5233}"/>
          </ac:spMkLst>
        </pc:spChg>
        <pc:picChg chg="add mod">
          <ac:chgData name="Bertrand FILLION" userId="b7ba5e4f88c7f917" providerId="LiveId" clId="{D6A4495E-270E-5780-AA0A-2870881BF0F4}" dt="2026-02-21T15:46:47.161" v="6458" actId="1076"/>
          <ac:picMkLst>
            <pc:docMk/>
            <pc:sldMk cId="2967130202" sldId="406"/>
            <ac:picMk id="5" creationId="{22610010-493E-820B-65A6-EC93A4E06170}"/>
          </ac:picMkLst>
        </pc:picChg>
        <pc:picChg chg="add del mod">
          <ac:chgData name="Bertrand FILLION" userId="b7ba5e4f88c7f917" providerId="LiveId" clId="{D6A4495E-270E-5780-AA0A-2870881BF0F4}" dt="2026-02-20T16:04:59.400" v="4671" actId="478"/>
          <ac:picMkLst>
            <pc:docMk/>
            <pc:sldMk cId="2967130202" sldId="406"/>
            <ac:picMk id="5" creationId="{619AA241-8AD6-898E-50D3-519BB040751F}"/>
          </ac:picMkLst>
        </pc:picChg>
        <pc:picChg chg="add del mod">
          <ac:chgData name="Bertrand FILLION" userId="b7ba5e4f88c7f917" providerId="LiveId" clId="{D6A4495E-270E-5780-AA0A-2870881BF0F4}" dt="2026-02-21T15:46:37.024" v="6454" actId="478"/>
          <ac:picMkLst>
            <pc:docMk/>
            <pc:sldMk cId="2967130202" sldId="406"/>
            <ac:picMk id="6" creationId="{05206845-7D22-F996-6775-FDDED01F5B31}"/>
          </ac:picMkLst>
        </pc:picChg>
        <pc:picChg chg="add del mod">
          <ac:chgData name="Bertrand FILLION" userId="b7ba5e4f88c7f917" providerId="LiveId" clId="{D6A4495E-270E-5780-AA0A-2870881BF0F4}" dt="2026-02-21T15:46:37.373" v="6455" actId="478"/>
          <ac:picMkLst>
            <pc:docMk/>
            <pc:sldMk cId="2967130202" sldId="406"/>
            <ac:picMk id="7" creationId="{AAC82237-E600-19C6-264D-5132CDCF2712}"/>
          </ac:picMkLst>
        </pc:picChg>
        <pc:picChg chg="add mod">
          <ac:chgData name="Bertrand FILLION" userId="b7ba5e4f88c7f917" providerId="LiveId" clId="{D6A4495E-270E-5780-AA0A-2870881BF0F4}" dt="2026-02-21T15:47:00.287" v="6463" actId="1076"/>
          <ac:picMkLst>
            <pc:docMk/>
            <pc:sldMk cId="2967130202" sldId="406"/>
            <ac:picMk id="9" creationId="{7581E281-5E59-D8BC-D5F9-FB9569A37A51}"/>
          </ac:picMkLst>
        </pc:picChg>
      </pc:sldChg>
      <pc:sldChg chg="addSp delSp modSp new mod ord">
        <pc:chgData name="Bertrand FILLION" userId="b7ba5e4f88c7f917" providerId="LiveId" clId="{D6A4495E-270E-5780-AA0A-2870881BF0F4}" dt="2026-02-20T21:55:37.136" v="6404" actId="20577"/>
        <pc:sldMkLst>
          <pc:docMk/>
          <pc:sldMk cId="2846714184" sldId="407"/>
        </pc:sldMkLst>
        <pc:spChg chg="mod">
          <ac:chgData name="Bertrand FILLION" userId="b7ba5e4f88c7f917" providerId="LiveId" clId="{D6A4495E-270E-5780-AA0A-2870881BF0F4}" dt="2026-02-20T16:26:48.620" v="5016"/>
          <ac:spMkLst>
            <pc:docMk/>
            <pc:sldMk cId="2846714184" sldId="407"/>
            <ac:spMk id="2" creationId="{9B3C1902-8FAA-F22E-0785-948BD3B069BB}"/>
          </ac:spMkLst>
        </pc:spChg>
        <pc:spChg chg="mod">
          <ac:chgData name="Bertrand FILLION" userId="b7ba5e4f88c7f917" providerId="LiveId" clId="{D6A4495E-270E-5780-AA0A-2870881BF0F4}" dt="2026-02-20T16:25:00.718" v="4966" actId="20577"/>
          <ac:spMkLst>
            <pc:docMk/>
            <pc:sldMk cId="2846714184" sldId="407"/>
            <ac:spMk id="3" creationId="{99DC0E4B-4533-A1CD-4789-6EF10FD971A2}"/>
          </ac:spMkLst>
        </pc:spChg>
        <pc:spChg chg="add del mod">
          <ac:chgData name="Bertrand FILLION" userId="b7ba5e4f88c7f917" providerId="LiveId" clId="{D6A4495E-270E-5780-AA0A-2870881BF0F4}" dt="2026-02-20T16:15:18.995" v="4785" actId="478"/>
          <ac:spMkLst>
            <pc:docMk/>
            <pc:sldMk cId="2846714184" sldId="407"/>
            <ac:spMk id="5" creationId="{CD2818A8-7ABE-C70A-BAF1-EF6982D21588}"/>
          </ac:spMkLst>
        </pc:spChg>
        <pc:spChg chg="add del mod">
          <ac:chgData name="Bertrand FILLION" userId="b7ba5e4f88c7f917" providerId="LiveId" clId="{D6A4495E-270E-5780-AA0A-2870881BF0F4}" dt="2026-02-20T16:14:20.630" v="4778" actId="478"/>
          <ac:spMkLst>
            <pc:docMk/>
            <pc:sldMk cId="2846714184" sldId="407"/>
            <ac:spMk id="6" creationId="{B04853B1-F583-B25C-994B-120EC19DBE82}"/>
          </ac:spMkLst>
        </pc:spChg>
        <pc:spChg chg="add del mod">
          <ac:chgData name="Bertrand FILLION" userId="b7ba5e4f88c7f917" providerId="LiveId" clId="{D6A4495E-270E-5780-AA0A-2870881BF0F4}" dt="2026-02-20T16:15:19.685" v="4786" actId="478"/>
          <ac:spMkLst>
            <pc:docMk/>
            <pc:sldMk cId="2846714184" sldId="407"/>
            <ac:spMk id="9" creationId="{D6F5BAA1-A975-ECB2-5923-3F42F91B27F5}"/>
          </ac:spMkLst>
        </pc:spChg>
        <pc:spChg chg="add mod">
          <ac:chgData name="Bertrand FILLION" userId="b7ba5e4f88c7f917" providerId="LiveId" clId="{D6A4495E-270E-5780-AA0A-2870881BF0F4}" dt="2026-02-20T16:24:30.255" v="4955" actId="1076"/>
          <ac:spMkLst>
            <pc:docMk/>
            <pc:sldMk cId="2846714184" sldId="407"/>
            <ac:spMk id="10" creationId="{640849C2-E231-E5D6-B978-5FB8572EF548}"/>
          </ac:spMkLst>
        </pc:spChg>
        <pc:spChg chg="add mod">
          <ac:chgData name="Bertrand FILLION" userId="b7ba5e4f88c7f917" providerId="LiveId" clId="{D6A4495E-270E-5780-AA0A-2870881BF0F4}" dt="2026-02-20T21:54:06.410" v="6366" actId="20577"/>
          <ac:spMkLst>
            <pc:docMk/>
            <pc:sldMk cId="2846714184" sldId="407"/>
            <ac:spMk id="11" creationId="{52F328FE-9437-8E30-2E4A-534BF13A844E}"/>
          </ac:spMkLst>
        </pc:spChg>
        <pc:spChg chg="add mod">
          <ac:chgData name="Bertrand FILLION" userId="b7ba5e4f88c7f917" providerId="LiveId" clId="{D6A4495E-270E-5780-AA0A-2870881BF0F4}" dt="2026-02-20T16:24:41.455" v="4956" actId="1076"/>
          <ac:spMkLst>
            <pc:docMk/>
            <pc:sldMk cId="2846714184" sldId="407"/>
            <ac:spMk id="12" creationId="{1CA75426-FE3F-3499-246E-0962C0EA0FB8}"/>
          </ac:spMkLst>
        </pc:spChg>
        <pc:spChg chg="add del mod">
          <ac:chgData name="Bertrand FILLION" userId="b7ba5e4f88c7f917" providerId="LiveId" clId="{D6A4495E-270E-5780-AA0A-2870881BF0F4}" dt="2026-02-20T16:20:57.088" v="4910" actId="478"/>
          <ac:spMkLst>
            <pc:docMk/>
            <pc:sldMk cId="2846714184" sldId="407"/>
            <ac:spMk id="14" creationId="{3CADEE97-9080-66A4-B845-ED69D5C46A6A}"/>
          </ac:spMkLst>
        </pc:spChg>
        <pc:spChg chg="add mod">
          <ac:chgData name="Bertrand FILLION" userId="b7ba5e4f88c7f917" providerId="LiveId" clId="{D6A4495E-270E-5780-AA0A-2870881BF0F4}" dt="2026-02-20T18:24:12.824" v="5825" actId="20577"/>
          <ac:spMkLst>
            <pc:docMk/>
            <pc:sldMk cId="2846714184" sldId="407"/>
            <ac:spMk id="15" creationId="{E7BB2306-2338-984B-5DD6-40D54546A5CE}"/>
          </ac:spMkLst>
        </pc:spChg>
        <pc:spChg chg="add mod">
          <ac:chgData name="Bertrand FILLION" userId="b7ba5e4f88c7f917" providerId="LiveId" clId="{D6A4495E-270E-5780-AA0A-2870881BF0F4}" dt="2026-02-20T16:24:17.173" v="4954" actId="1076"/>
          <ac:spMkLst>
            <pc:docMk/>
            <pc:sldMk cId="2846714184" sldId="407"/>
            <ac:spMk id="16" creationId="{221E92DF-7FB5-EF24-A494-69D9E48A03CF}"/>
          </ac:spMkLst>
        </pc:spChg>
        <pc:spChg chg="add mod">
          <ac:chgData name="Bertrand FILLION" userId="b7ba5e4f88c7f917" providerId="LiveId" clId="{D6A4495E-270E-5780-AA0A-2870881BF0F4}" dt="2026-02-20T16:24:17.173" v="4954" actId="1076"/>
          <ac:spMkLst>
            <pc:docMk/>
            <pc:sldMk cId="2846714184" sldId="407"/>
            <ac:spMk id="17" creationId="{448ED8FD-FDC2-F795-6387-1E8D64C35881}"/>
          </ac:spMkLst>
        </pc:spChg>
        <pc:spChg chg="add mod">
          <ac:chgData name="Bertrand FILLION" userId="b7ba5e4f88c7f917" providerId="LiveId" clId="{D6A4495E-270E-5780-AA0A-2870881BF0F4}" dt="2026-02-20T21:55:37.136" v="6404" actId="20577"/>
          <ac:spMkLst>
            <pc:docMk/>
            <pc:sldMk cId="2846714184" sldId="407"/>
            <ac:spMk id="18" creationId="{447AA01A-ADCB-BA63-08B7-E7AE24E46D2A}"/>
          </ac:spMkLst>
        </pc:spChg>
        <pc:spChg chg="add mod">
          <ac:chgData name="Bertrand FILLION" userId="b7ba5e4f88c7f917" providerId="LiveId" clId="{D6A4495E-270E-5780-AA0A-2870881BF0F4}" dt="2026-02-20T21:55:18.111" v="6390" actId="1076"/>
          <ac:spMkLst>
            <pc:docMk/>
            <pc:sldMk cId="2846714184" sldId="407"/>
            <ac:spMk id="19" creationId="{7BF3B8F1-6D6C-4C90-08AE-55348EA19F80}"/>
          </ac:spMkLst>
        </pc:spChg>
        <pc:picChg chg="add mod">
          <ac:chgData name="Bertrand FILLION" userId="b7ba5e4f88c7f917" providerId="LiveId" clId="{D6A4495E-270E-5780-AA0A-2870881BF0F4}" dt="2026-02-20T16:24:50.350" v="4957" actId="1076"/>
          <ac:picMkLst>
            <pc:docMk/>
            <pc:sldMk cId="2846714184" sldId="407"/>
            <ac:picMk id="8" creationId="{C1E1BFF3-E60C-743B-9734-95CA2AE5B973}"/>
          </ac:picMkLst>
        </pc:picChg>
        <pc:picChg chg="add mod">
          <ac:chgData name="Bertrand FILLION" userId="b7ba5e4f88c7f917" providerId="LiveId" clId="{D6A4495E-270E-5780-AA0A-2870881BF0F4}" dt="2026-02-20T16:24:41.455" v="4956" actId="1076"/>
          <ac:picMkLst>
            <pc:docMk/>
            <pc:sldMk cId="2846714184" sldId="407"/>
            <ac:picMk id="13" creationId="{5D1DF8B4-900F-9663-8370-5774661634A4}"/>
          </ac:picMkLst>
        </pc:picChg>
        <pc:picChg chg="add del mod">
          <ac:chgData name="Bertrand FILLION" userId="b7ba5e4f88c7f917" providerId="LiveId" clId="{D6A4495E-270E-5780-AA0A-2870881BF0F4}" dt="2026-02-20T16:20:58.241" v="4911" actId="478"/>
          <ac:picMkLst>
            <pc:docMk/>
            <pc:sldMk cId="2846714184" sldId="407"/>
            <ac:picMk id="1026" creationId="{C9D8D603-6043-1021-FDCF-26AD4D70E8A1}"/>
          </ac:picMkLst>
        </pc:picChg>
        <pc:picChg chg="add del mod">
          <ac:chgData name="Bertrand FILLION" userId="b7ba5e4f88c7f917" providerId="LiveId" clId="{D6A4495E-270E-5780-AA0A-2870881BF0F4}" dt="2026-02-20T16:19:04.397" v="4883" actId="478"/>
          <ac:picMkLst>
            <pc:docMk/>
            <pc:sldMk cId="2846714184" sldId="407"/>
            <ac:picMk id="1028" creationId="{3D10B8B0-DFD1-6E2C-F4B6-975FE6135D79}"/>
          </ac:picMkLst>
        </pc:picChg>
        <pc:picChg chg="add mod">
          <ac:chgData name="Bertrand FILLION" userId="b7ba5e4f88c7f917" providerId="LiveId" clId="{D6A4495E-270E-5780-AA0A-2870881BF0F4}" dt="2026-02-20T16:24:30.255" v="4955" actId="1076"/>
          <ac:picMkLst>
            <pc:docMk/>
            <pc:sldMk cId="2846714184" sldId="407"/>
            <ac:picMk id="1030" creationId="{B60CF35B-078D-548C-4093-DF5362729CB2}"/>
          </ac:picMkLst>
        </pc:picChg>
      </pc:sldChg>
      <pc:sldChg chg="addSp modSp new mod">
        <pc:chgData name="Bertrand FILLION" userId="b7ba5e4f88c7f917" providerId="LiveId" clId="{D6A4495E-270E-5780-AA0A-2870881BF0F4}" dt="2026-02-20T18:17:20.740" v="5570" actId="14100"/>
        <pc:sldMkLst>
          <pc:docMk/>
          <pc:sldMk cId="1693128053" sldId="408"/>
        </pc:sldMkLst>
        <pc:spChg chg="mod">
          <ac:chgData name="Bertrand FILLION" userId="b7ba5e4f88c7f917" providerId="LiveId" clId="{D6A4495E-270E-5780-AA0A-2870881BF0F4}" dt="2026-02-20T16:27:33.857" v="5038"/>
          <ac:spMkLst>
            <pc:docMk/>
            <pc:sldMk cId="1693128053" sldId="408"/>
            <ac:spMk id="2" creationId="{87757678-8AE3-5455-DCAA-DB7BC8E0817A}"/>
          </ac:spMkLst>
        </pc:spChg>
        <pc:spChg chg="mod">
          <ac:chgData name="Bertrand FILLION" userId="b7ba5e4f88c7f917" providerId="LiveId" clId="{D6A4495E-270E-5780-AA0A-2870881BF0F4}" dt="2026-02-20T18:17:20.740" v="5570" actId="14100"/>
          <ac:spMkLst>
            <pc:docMk/>
            <pc:sldMk cId="1693128053" sldId="408"/>
            <ac:spMk id="3" creationId="{C487C3AF-58B8-4BB0-3B1C-3207E4554B24}"/>
          </ac:spMkLst>
        </pc:spChg>
        <pc:picChg chg="add mod">
          <ac:chgData name="Bertrand FILLION" userId="b7ba5e4f88c7f917" providerId="LiveId" clId="{D6A4495E-270E-5780-AA0A-2870881BF0F4}" dt="2026-02-20T18:16:51.973" v="5558" actId="1076"/>
          <ac:picMkLst>
            <pc:docMk/>
            <pc:sldMk cId="1693128053" sldId="408"/>
            <ac:picMk id="5" creationId="{AC9DF32B-CE30-594B-F14E-5B91FE3D1717}"/>
          </ac:picMkLst>
        </pc:picChg>
      </pc:sldChg>
      <pc:sldChg chg="addSp modSp new mod">
        <pc:chgData name="Bertrand FILLION" userId="b7ba5e4f88c7f917" providerId="LiveId" clId="{D6A4495E-270E-5780-AA0A-2870881BF0F4}" dt="2026-02-20T18:12:57.929" v="5333" actId="20577"/>
        <pc:sldMkLst>
          <pc:docMk/>
          <pc:sldMk cId="3847175811" sldId="409"/>
        </pc:sldMkLst>
        <pc:spChg chg="mod">
          <ac:chgData name="Bertrand FILLION" userId="b7ba5e4f88c7f917" providerId="LiveId" clId="{D6A4495E-270E-5780-AA0A-2870881BF0F4}" dt="2026-02-20T16:30:30.309" v="5068"/>
          <ac:spMkLst>
            <pc:docMk/>
            <pc:sldMk cId="3847175811" sldId="409"/>
            <ac:spMk id="2" creationId="{F0C1E8D8-4DC0-BCB4-71A4-35237F459915}"/>
          </ac:spMkLst>
        </pc:spChg>
        <pc:spChg chg="mod">
          <ac:chgData name="Bertrand FILLION" userId="b7ba5e4f88c7f917" providerId="LiveId" clId="{D6A4495E-270E-5780-AA0A-2870881BF0F4}" dt="2026-02-20T18:12:57.929" v="5333" actId="20577"/>
          <ac:spMkLst>
            <pc:docMk/>
            <pc:sldMk cId="3847175811" sldId="409"/>
            <ac:spMk id="3" creationId="{7204B951-400A-21FA-01E5-D3BD796240ED}"/>
          </ac:spMkLst>
        </pc:spChg>
        <pc:picChg chg="add mod">
          <ac:chgData name="Bertrand FILLION" userId="b7ba5e4f88c7f917" providerId="LiveId" clId="{D6A4495E-270E-5780-AA0A-2870881BF0F4}" dt="2026-02-20T16:30:49.021" v="5073" actId="1076"/>
          <ac:picMkLst>
            <pc:docMk/>
            <pc:sldMk cId="3847175811" sldId="409"/>
            <ac:picMk id="5" creationId="{3B22E2CE-D52C-596A-DF31-427594B43585}"/>
          </ac:picMkLst>
        </pc:picChg>
      </pc:sldChg>
      <pc:sldChg chg="modSp new mod">
        <pc:chgData name="Bertrand FILLION" userId="b7ba5e4f88c7f917" providerId="LiveId" clId="{D6A4495E-270E-5780-AA0A-2870881BF0F4}" dt="2026-02-20T17:06:01.792" v="5274" actId="2710"/>
        <pc:sldMkLst>
          <pc:docMk/>
          <pc:sldMk cId="2436118398" sldId="410"/>
        </pc:sldMkLst>
        <pc:spChg chg="mod">
          <ac:chgData name="Bertrand FILLION" userId="b7ba5e4f88c7f917" providerId="LiveId" clId="{D6A4495E-270E-5780-AA0A-2870881BF0F4}" dt="2026-02-20T16:36:43.957" v="5115"/>
          <ac:spMkLst>
            <pc:docMk/>
            <pc:sldMk cId="2436118398" sldId="410"/>
            <ac:spMk id="2" creationId="{D5A16D4C-5024-04F8-8ADD-21C84BBAA8FD}"/>
          </ac:spMkLst>
        </pc:spChg>
        <pc:spChg chg="mod">
          <ac:chgData name="Bertrand FILLION" userId="b7ba5e4f88c7f917" providerId="LiveId" clId="{D6A4495E-270E-5780-AA0A-2870881BF0F4}" dt="2026-02-20T17:06:01.792" v="5274" actId="2710"/>
          <ac:spMkLst>
            <pc:docMk/>
            <pc:sldMk cId="2436118398" sldId="410"/>
            <ac:spMk id="3" creationId="{4C579588-2044-76D7-EAF5-8C733200A49B}"/>
          </ac:spMkLst>
        </pc:spChg>
      </pc:sldChg>
      <pc:sldChg chg="addSp modSp new mod">
        <pc:chgData name="Bertrand FILLION" userId="b7ba5e4f88c7f917" providerId="LiveId" clId="{D6A4495E-270E-5780-AA0A-2870881BF0F4}" dt="2026-02-20T21:46:21.401" v="6172"/>
        <pc:sldMkLst>
          <pc:docMk/>
          <pc:sldMk cId="1974977818" sldId="411"/>
        </pc:sldMkLst>
        <pc:spChg chg="mod">
          <ac:chgData name="Bertrand FILLION" userId="b7ba5e4f88c7f917" providerId="LiveId" clId="{D6A4495E-270E-5780-AA0A-2870881BF0F4}" dt="2026-02-20T21:46:21.401" v="6172"/>
          <ac:spMkLst>
            <pc:docMk/>
            <pc:sldMk cId="1974977818" sldId="411"/>
            <ac:spMk id="2" creationId="{DF6A1FCD-36FE-8DED-4BAD-3F0B014E9721}"/>
          </ac:spMkLst>
        </pc:spChg>
        <pc:spChg chg="mod">
          <ac:chgData name="Bertrand FILLION" userId="b7ba5e4f88c7f917" providerId="LiveId" clId="{D6A4495E-270E-5780-AA0A-2870881BF0F4}" dt="2026-02-20T21:45:32.850" v="6164" actId="14100"/>
          <ac:spMkLst>
            <pc:docMk/>
            <pc:sldMk cId="1974977818" sldId="411"/>
            <ac:spMk id="3" creationId="{1EC1737A-5D95-04FA-9BC8-39CDACBFB88D}"/>
          </ac:spMkLst>
        </pc:spChg>
        <pc:spChg chg="add mod">
          <ac:chgData name="Bertrand FILLION" userId="b7ba5e4f88c7f917" providerId="LiveId" clId="{D6A4495E-270E-5780-AA0A-2870881BF0F4}" dt="2026-02-20T21:45:56.016" v="6170" actId="1076"/>
          <ac:spMkLst>
            <pc:docMk/>
            <pc:sldMk cId="1974977818" sldId="411"/>
            <ac:spMk id="6" creationId="{384307AC-CA27-7DA1-245D-4AC58144D54B}"/>
          </ac:spMkLst>
        </pc:spChg>
        <pc:picChg chg="add mod">
          <ac:chgData name="Bertrand FILLION" userId="b7ba5e4f88c7f917" providerId="LiveId" clId="{D6A4495E-270E-5780-AA0A-2870881BF0F4}" dt="2026-02-20T21:45:34.557" v="6165" actId="1076"/>
          <ac:picMkLst>
            <pc:docMk/>
            <pc:sldMk cId="1974977818" sldId="411"/>
            <ac:picMk id="5" creationId="{42987B99-283B-1321-981C-D346B3749882}"/>
          </ac:picMkLst>
        </pc:picChg>
      </pc:sldChg>
      <pc:sldChg chg="addSp modSp new mod">
        <pc:chgData name="Bertrand FILLION" userId="b7ba5e4f88c7f917" providerId="LiveId" clId="{D6A4495E-270E-5780-AA0A-2870881BF0F4}" dt="2026-02-21T08:42:21.028" v="6421" actId="6549"/>
        <pc:sldMkLst>
          <pc:docMk/>
          <pc:sldMk cId="3122717855" sldId="412"/>
        </pc:sldMkLst>
        <pc:spChg chg="mod">
          <ac:chgData name="Bertrand FILLION" userId="b7ba5e4f88c7f917" providerId="LiveId" clId="{D6A4495E-270E-5780-AA0A-2870881BF0F4}" dt="2026-02-20T21:46:34.568" v="6194"/>
          <ac:spMkLst>
            <pc:docMk/>
            <pc:sldMk cId="3122717855" sldId="412"/>
            <ac:spMk id="2" creationId="{D6846D19-9115-481E-F787-B36582D2377F}"/>
          </ac:spMkLst>
        </pc:spChg>
        <pc:spChg chg="mod">
          <ac:chgData name="Bertrand FILLION" userId="b7ba5e4f88c7f917" providerId="LiveId" clId="{D6A4495E-270E-5780-AA0A-2870881BF0F4}" dt="2026-02-20T21:48:33.150" v="6213" actId="14100"/>
          <ac:spMkLst>
            <pc:docMk/>
            <pc:sldMk cId="3122717855" sldId="412"/>
            <ac:spMk id="3" creationId="{520D7639-9A31-703C-5710-77A127E36F91}"/>
          </ac:spMkLst>
        </pc:spChg>
        <pc:spChg chg="add mod">
          <ac:chgData name="Bertrand FILLION" userId="b7ba5e4f88c7f917" providerId="LiveId" clId="{D6A4495E-270E-5780-AA0A-2870881BF0F4}" dt="2026-02-21T08:42:21.028" v="6421" actId="6549"/>
          <ac:spMkLst>
            <pc:docMk/>
            <pc:sldMk cId="3122717855" sldId="412"/>
            <ac:spMk id="7" creationId="{2535757F-3661-6630-CDF5-1F4C5BA2077A}"/>
          </ac:spMkLst>
        </pc:spChg>
        <pc:spChg chg="add mod">
          <ac:chgData name="Bertrand FILLION" userId="b7ba5e4f88c7f917" providerId="LiveId" clId="{D6A4495E-270E-5780-AA0A-2870881BF0F4}" dt="2026-02-20T21:52:05.859" v="6327" actId="14100"/>
          <ac:spMkLst>
            <pc:docMk/>
            <pc:sldMk cId="3122717855" sldId="412"/>
            <ac:spMk id="8" creationId="{3511CA3F-0DC9-30ED-083F-8D3DBA06BAF7}"/>
          </ac:spMkLst>
        </pc:spChg>
        <pc:picChg chg="add mod">
          <ac:chgData name="Bertrand FILLION" userId="b7ba5e4f88c7f917" providerId="LiveId" clId="{D6A4495E-270E-5780-AA0A-2870881BF0F4}" dt="2026-02-21T08:41:58.481" v="6414" actId="1076"/>
          <ac:picMkLst>
            <pc:docMk/>
            <pc:sldMk cId="3122717855" sldId="412"/>
            <ac:picMk id="5" creationId="{40196E0A-DA0C-79B1-AB7B-B5464AD9ACBB}"/>
          </ac:picMkLst>
        </pc:picChg>
        <pc:picChg chg="add mod">
          <ac:chgData name="Bertrand FILLION" userId="b7ba5e4f88c7f917" providerId="LiveId" clId="{D6A4495E-270E-5780-AA0A-2870881BF0F4}" dt="2026-02-21T08:41:59.914" v="6415" actId="1076"/>
          <ac:picMkLst>
            <pc:docMk/>
            <pc:sldMk cId="3122717855" sldId="412"/>
            <ac:picMk id="6" creationId="{56B9FFB9-EE4F-60D2-336E-0E4F973FC65F}"/>
          </ac:picMkLst>
        </pc:picChg>
      </pc:sldChg>
      <pc:sldChg chg="addSp modSp new mod">
        <pc:chgData name="Bertrand FILLION" userId="b7ba5e4f88c7f917" providerId="LiveId" clId="{D6A4495E-270E-5780-AA0A-2870881BF0F4}" dt="2026-02-21T08:42:46.674" v="6430"/>
        <pc:sldMkLst>
          <pc:docMk/>
          <pc:sldMk cId="2843718137" sldId="413"/>
        </pc:sldMkLst>
        <pc:spChg chg="mod">
          <ac:chgData name="Bertrand FILLION" userId="b7ba5e4f88c7f917" providerId="LiveId" clId="{D6A4495E-270E-5780-AA0A-2870881BF0F4}" dt="2026-02-21T08:42:46.674" v="6430"/>
          <ac:spMkLst>
            <pc:docMk/>
            <pc:sldMk cId="2843718137" sldId="413"/>
            <ac:spMk id="2" creationId="{B25BB10C-0997-EF24-A563-37B0554849C8}"/>
          </ac:spMkLst>
        </pc:spChg>
        <pc:spChg chg="mod">
          <ac:chgData name="Bertrand FILLION" userId="b7ba5e4f88c7f917" providerId="LiveId" clId="{D6A4495E-270E-5780-AA0A-2870881BF0F4}" dt="2026-02-20T21:51:38.459" v="6323" actId="14100"/>
          <ac:spMkLst>
            <pc:docMk/>
            <pc:sldMk cId="2843718137" sldId="413"/>
            <ac:spMk id="3" creationId="{F93887A2-CF65-149D-3043-C2D69F41F349}"/>
          </ac:spMkLst>
        </pc:spChg>
        <pc:spChg chg="add mod">
          <ac:chgData name="Bertrand FILLION" userId="b7ba5e4f88c7f917" providerId="LiveId" clId="{D6A4495E-270E-5780-AA0A-2870881BF0F4}" dt="2026-02-20T21:52:40.109" v="6336" actId="14100"/>
          <ac:spMkLst>
            <pc:docMk/>
            <pc:sldMk cId="2843718137" sldId="413"/>
            <ac:spMk id="6" creationId="{A49E20FB-597C-0275-0B83-6366B3E7AD08}"/>
          </ac:spMkLst>
        </pc:spChg>
        <pc:spChg chg="add mod">
          <ac:chgData name="Bertrand FILLION" userId="b7ba5e4f88c7f917" providerId="LiveId" clId="{D6A4495E-270E-5780-AA0A-2870881BF0F4}" dt="2026-02-20T21:52:54.271" v="6343" actId="1036"/>
          <ac:spMkLst>
            <pc:docMk/>
            <pc:sldMk cId="2843718137" sldId="413"/>
            <ac:spMk id="7" creationId="{B09A5B65-4DA4-7DC9-5651-BC930E1AF66D}"/>
          </ac:spMkLst>
        </pc:spChg>
        <pc:picChg chg="add mod">
          <ac:chgData name="Bertrand FILLION" userId="b7ba5e4f88c7f917" providerId="LiveId" clId="{D6A4495E-270E-5780-AA0A-2870881BF0F4}" dt="2026-02-20T21:51:41.942" v="6324" actId="1076"/>
          <ac:picMkLst>
            <pc:docMk/>
            <pc:sldMk cId="2843718137" sldId="413"/>
            <ac:picMk id="5" creationId="{4D4E468F-E7EA-FA81-BB02-38C796032E70}"/>
          </ac:picMkLst>
        </pc:picChg>
      </pc:sldChg>
      <pc:sldMasterChg chg="addSp delSp modSp mod modSldLayout">
        <pc:chgData name="Bertrand FILLION" userId="b7ba5e4f88c7f917" providerId="LiveId" clId="{D6A4495E-270E-5780-AA0A-2870881BF0F4}" dt="2026-02-07T15:02:21.496" v="856" actId="478"/>
        <pc:sldMasterMkLst>
          <pc:docMk/>
          <pc:sldMasterMk cId="0" sldId="2147483678"/>
        </pc:sldMasterMkLst>
        <pc:sldLayoutChg chg="addSp delSp modSp mod">
          <pc:chgData name="Bertrand FILLION" userId="b7ba5e4f88c7f917" providerId="LiveId" clId="{D6A4495E-270E-5780-AA0A-2870881BF0F4}" dt="2026-02-07T15:02:21.496" v="856" actId="478"/>
          <pc:sldLayoutMkLst>
            <pc:docMk/>
            <pc:sldMasterMk cId="0" sldId="2147483678"/>
            <pc:sldLayoutMk cId="0" sldId="2147483648"/>
          </pc:sldLayoutMkLst>
          <pc:picChg chg="add mod">
            <ac:chgData name="Bertrand FILLION" userId="b7ba5e4f88c7f917" providerId="LiveId" clId="{D6A4495E-270E-5780-AA0A-2870881BF0F4}" dt="2026-02-07T15:02:15.484" v="855" actId="1076"/>
            <ac:picMkLst>
              <pc:docMk/>
              <pc:sldMasterMk cId="0" sldId="2147483678"/>
              <pc:sldLayoutMk cId="0" sldId="2147483648"/>
              <ac:picMk id="2" creationId="{44A2B5BC-598E-497A-832B-511E52FA180F}"/>
            </ac:picMkLst>
          </pc:picChg>
        </pc:sldLayoutChg>
        <pc:sldLayoutChg chg="addSp delSp modSp mod">
          <pc:chgData name="Bertrand FILLION" userId="b7ba5e4f88c7f917" providerId="LiveId" clId="{D6A4495E-270E-5780-AA0A-2870881BF0F4}" dt="2026-02-07T15:01:26.043" v="847" actId="1076"/>
          <pc:sldLayoutMkLst>
            <pc:docMk/>
            <pc:sldMasterMk cId="0" sldId="2147483678"/>
            <pc:sldLayoutMk cId="0" sldId="2147483653"/>
          </pc:sldLayoutMkLst>
          <pc:picChg chg="add mod">
            <ac:chgData name="Bertrand FILLION" userId="b7ba5e4f88c7f917" providerId="LiveId" clId="{D6A4495E-270E-5780-AA0A-2870881BF0F4}" dt="2026-02-07T15:01:26.043" v="847" actId="1076"/>
            <ac:picMkLst>
              <pc:docMk/>
              <pc:sldMasterMk cId="0" sldId="2147483678"/>
              <pc:sldLayoutMk cId="0" sldId="2147483653"/>
              <ac:picMk id="3" creationId="{16F0627C-C834-2F66-105D-4062ED9638C3}"/>
            </ac:picMkLst>
          </pc:picChg>
        </pc:sldLayoutChg>
        <pc:sldLayoutChg chg="addSp delSp modSp mod">
          <pc:chgData name="Bertrand FILLION" userId="b7ba5e4f88c7f917" providerId="LiveId" clId="{D6A4495E-270E-5780-AA0A-2870881BF0F4}" dt="2026-02-07T15:00:21.876" v="838" actId="478"/>
          <pc:sldLayoutMkLst>
            <pc:docMk/>
            <pc:sldMasterMk cId="0" sldId="2147483678"/>
            <pc:sldLayoutMk cId="0" sldId="2147483659"/>
          </pc:sldLayoutMkLst>
          <pc:picChg chg="mod">
            <ac:chgData name="Bertrand FILLION" userId="b7ba5e4f88c7f917" providerId="LiveId" clId="{D6A4495E-270E-5780-AA0A-2870881BF0F4}" dt="2026-02-07T14:59:43.055" v="837" actId="14100"/>
            <ac:picMkLst>
              <pc:docMk/>
              <pc:sldMasterMk cId="0" sldId="2147483678"/>
              <pc:sldLayoutMk cId="0" sldId="2147483659"/>
              <ac:picMk id="125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003d90df7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003d90df7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rot="-610">
            <a:off x="713225" y="3549801"/>
            <a:ext cx="50748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25" y="1166950"/>
            <a:ext cx="5070900" cy="238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 b="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0" y="2"/>
            <a:ext cx="4571995" cy="4978102"/>
            <a:chOff x="0" y="2"/>
            <a:chExt cx="4571995" cy="4978102"/>
          </a:xfrm>
        </p:grpSpPr>
        <p:sp>
          <p:nvSpPr>
            <p:cNvPr id="14" name="Google Shape;14;p2"/>
            <p:cNvSpPr/>
            <p:nvPr/>
          </p:nvSpPr>
          <p:spPr>
            <a:xfrm rot="10800000">
              <a:off x="2122501" y="2"/>
              <a:ext cx="99156" cy="561722"/>
            </a:xfrm>
            <a:custGeom>
              <a:avLst/>
              <a:gdLst/>
              <a:ahLst/>
              <a:cxnLst/>
              <a:rect l="l" t="t" r="r" b="b"/>
              <a:pathLst>
                <a:path w="13404" h="75934" extrusionOk="0">
                  <a:moveTo>
                    <a:pt x="10134" y="1599"/>
                  </a:moveTo>
                  <a:cubicBezTo>
                    <a:pt x="11056" y="1599"/>
                    <a:pt x="11805" y="2348"/>
                    <a:pt x="11805" y="3270"/>
                  </a:cubicBezTo>
                  <a:cubicBezTo>
                    <a:pt x="11805" y="4193"/>
                    <a:pt x="11056" y="4942"/>
                    <a:pt x="10134" y="4942"/>
                  </a:cubicBezTo>
                  <a:cubicBezTo>
                    <a:pt x="9214" y="4942"/>
                    <a:pt x="8463" y="4193"/>
                    <a:pt x="8463" y="3270"/>
                  </a:cubicBezTo>
                  <a:cubicBezTo>
                    <a:pt x="8463" y="2348"/>
                    <a:pt x="9214" y="1599"/>
                    <a:pt x="10134" y="1599"/>
                  </a:cubicBezTo>
                  <a:close/>
                  <a:moveTo>
                    <a:pt x="10134" y="1"/>
                  </a:moveTo>
                  <a:cubicBezTo>
                    <a:pt x="8332" y="1"/>
                    <a:pt x="6865" y="1466"/>
                    <a:pt x="6865" y="3270"/>
                  </a:cubicBezTo>
                  <a:cubicBezTo>
                    <a:pt x="6865" y="4796"/>
                    <a:pt x="7919" y="6070"/>
                    <a:pt x="9335" y="6430"/>
                  </a:cubicBezTo>
                  <a:lnTo>
                    <a:pt x="9335" y="55272"/>
                  </a:lnTo>
                  <a:lnTo>
                    <a:pt x="1" y="64606"/>
                  </a:lnTo>
                  <a:lnTo>
                    <a:pt x="1" y="75136"/>
                  </a:lnTo>
                  <a:cubicBezTo>
                    <a:pt x="1" y="75575"/>
                    <a:pt x="359" y="75933"/>
                    <a:pt x="801" y="75933"/>
                  </a:cubicBezTo>
                  <a:cubicBezTo>
                    <a:pt x="1242" y="75933"/>
                    <a:pt x="1600" y="75575"/>
                    <a:pt x="1600" y="75135"/>
                  </a:cubicBezTo>
                  <a:lnTo>
                    <a:pt x="1600" y="65268"/>
                  </a:lnTo>
                  <a:lnTo>
                    <a:pt x="10933" y="55934"/>
                  </a:lnTo>
                  <a:lnTo>
                    <a:pt x="10933" y="6430"/>
                  </a:lnTo>
                  <a:cubicBezTo>
                    <a:pt x="12349" y="6072"/>
                    <a:pt x="13403" y="4796"/>
                    <a:pt x="13403" y="3270"/>
                  </a:cubicBezTo>
                  <a:cubicBezTo>
                    <a:pt x="13403" y="1466"/>
                    <a:pt x="11938" y="1"/>
                    <a:pt x="10134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2309464" y="17642"/>
              <a:ext cx="131602" cy="413853"/>
            </a:xfrm>
            <a:custGeom>
              <a:avLst/>
              <a:gdLst/>
              <a:ahLst/>
              <a:cxnLst/>
              <a:rect l="l" t="t" r="r" b="b"/>
              <a:pathLst>
                <a:path w="17790" h="55945" extrusionOk="0">
                  <a:moveTo>
                    <a:pt x="3269" y="1597"/>
                  </a:moveTo>
                  <a:cubicBezTo>
                    <a:pt x="4190" y="1597"/>
                    <a:pt x="4940" y="2347"/>
                    <a:pt x="4940" y="3270"/>
                  </a:cubicBezTo>
                  <a:cubicBezTo>
                    <a:pt x="4940" y="4193"/>
                    <a:pt x="4190" y="4943"/>
                    <a:pt x="3269" y="4943"/>
                  </a:cubicBezTo>
                  <a:cubicBezTo>
                    <a:pt x="2348" y="4943"/>
                    <a:pt x="1598" y="4193"/>
                    <a:pt x="1598" y="3270"/>
                  </a:cubicBezTo>
                  <a:cubicBezTo>
                    <a:pt x="1598" y="2347"/>
                    <a:pt x="2348" y="1597"/>
                    <a:pt x="3269" y="1597"/>
                  </a:cubicBezTo>
                  <a:close/>
                  <a:moveTo>
                    <a:pt x="3269" y="1"/>
                  </a:moveTo>
                  <a:cubicBezTo>
                    <a:pt x="1465" y="1"/>
                    <a:pt x="0" y="1467"/>
                    <a:pt x="0" y="3270"/>
                  </a:cubicBezTo>
                  <a:cubicBezTo>
                    <a:pt x="0" y="4796"/>
                    <a:pt x="1055" y="6070"/>
                    <a:pt x="2470" y="6430"/>
                  </a:cubicBezTo>
                  <a:lnTo>
                    <a:pt x="2470" y="26715"/>
                  </a:lnTo>
                  <a:lnTo>
                    <a:pt x="16191" y="40437"/>
                  </a:lnTo>
                  <a:lnTo>
                    <a:pt x="16191" y="55145"/>
                  </a:lnTo>
                  <a:cubicBezTo>
                    <a:pt x="16191" y="55586"/>
                    <a:pt x="16550" y="55944"/>
                    <a:pt x="16990" y="55944"/>
                  </a:cubicBezTo>
                  <a:cubicBezTo>
                    <a:pt x="17432" y="55944"/>
                    <a:pt x="17789" y="55586"/>
                    <a:pt x="17789" y="55145"/>
                  </a:cubicBezTo>
                  <a:lnTo>
                    <a:pt x="17789" y="39774"/>
                  </a:lnTo>
                  <a:lnTo>
                    <a:pt x="4068" y="26051"/>
                  </a:lnTo>
                  <a:lnTo>
                    <a:pt x="4068" y="6430"/>
                  </a:lnTo>
                  <a:cubicBezTo>
                    <a:pt x="5484" y="6072"/>
                    <a:pt x="6538" y="4796"/>
                    <a:pt x="6538" y="3270"/>
                  </a:cubicBezTo>
                  <a:cubicBezTo>
                    <a:pt x="6538" y="1467"/>
                    <a:pt x="5072" y="1"/>
                    <a:pt x="3269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5400000">
              <a:off x="252702" y="4614380"/>
              <a:ext cx="111022" cy="616426"/>
            </a:xfrm>
            <a:custGeom>
              <a:avLst/>
              <a:gdLst/>
              <a:ahLst/>
              <a:cxnLst/>
              <a:rect l="l" t="t" r="r" b="b"/>
              <a:pathLst>
                <a:path w="15008" h="83329" extrusionOk="0">
                  <a:moveTo>
                    <a:pt x="11298" y="1"/>
                  </a:moveTo>
                  <a:cubicBezTo>
                    <a:pt x="9933" y="1"/>
                    <a:pt x="8828" y="1107"/>
                    <a:pt x="8828" y="2471"/>
                  </a:cubicBezTo>
                  <a:cubicBezTo>
                    <a:pt x="8828" y="2886"/>
                    <a:pt x="8941" y="3270"/>
                    <a:pt x="9120" y="3614"/>
                  </a:cubicBezTo>
                  <a:lnTo>
                    <a:pt x="1" y="12734"/>
                  </a:lnTo>
                  <a:lnTo>
                    <a:pt x="1" y="56329"/>
                  </a:lnTo>
                  <a:lnTo>
                    <a:pt x="13411" y="69741"/>
                  </a:lnTo>
                  <a:lnTo>
                    <a:pt x="13411" y="82529"/>
                  </a:lnTo>
                  <a:lnTo>
                    <a:pt x="13410" y="82529"/>
                  </a:lnTo>
                  <a:cubicBezTo>
                    <a:pt x="13410" y="82970"/>
                    <a:pt x="13768" y="83328"/>
                    <a:pt x="14209" y="83328"/>
                  </a:cubicBezTo>
                  <a:cubicBezTo>
                    <a:pt x="14651" y="83328"/>
                    <a:pt x="15008" y="82970"/>
                    <a:pt x="15008" y="82529"/>
                  </a:cubicBezTo>
                  <a:lnTo>
                    <a:pt x="15008" y="69078"/>
                  </a:lnTo>
                  <a:lnTo>
                    <a:pt x="1597" y="55666"/>
                  </a:lnTo>
                  <a:lnTo>
                    <a:pt x="1597" y="13396"/>
                  </a:lnTo>
                  <a:lnTo>
                    <a:pt x="10278" y="4715"/>
                  </a:lnTo>
                  <a:cubicBezTo>
                    <a:pt x="10591" y="4856"/>
                    <a:pt x="10933" y="4941"/>
                    <a:pt x="11298" y="4941"/>
                  </a:cubicBezTo>
                  <a:cubicBezTo>
                    <a:pt x="12662" y="4941"/>
                    <a:pt x="13768" y="3834"/>
                    <a:pt x="13768" y="2471"/>
                  </a:cubicBezTo>
                  <a:cubicBezTo>
                    <a:pt x="13768" y="1107"/>
                    <a:pt x="12662" y="1"/>
                    <a:pt x="11298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454979" y="4496496"/>
              <a:ext cx="109971" cy="464422"/>
            </a:xfrm>
            <a:custGeom>
              <a:avLst/>
              <a:gdLst/>
              <a:ahLst/>
              <a:cxnLst/>
              <a:rect l="l" t="t" r="r" b="b"/>
              <a:pathLst>
                <a:path w="14866" h="62781" extrusionOk="0">
                  <a:moveTo>
                    <a:pt x="3270" y="1596"/>
                  </a:moveTo>
                  <a:cubicBezTo>
                    <a:pt x="4191" y="1596"/>
                    <a:pt x="4941" y="2347"/>
                    <a:pt x="4941" y="3269"/>
                  </a:cubicBezTo>
                  <a:cubicBezTo>
                    <a:pt x="4941" y="4191"/>
                    <a:pt x="4191" y="4940"/>
                    <a:pt x="3270" y="4940"/>
                  </a:cubicBezTo>
                  <a:cubicBezTo>
                    <a:pt x="2349" y="4940"/>
                    <a:pt x="1600" y="4191"/>
                    <a:pt x="1600" y="3269"/>
                  </a:cubicBezTo>
                  <a:cubicBezTo>
                    <a:pt x="1597" y="2347"/>
                    <a:pt x="2348" y="1596"/>
                    <a:pt x="3270" y="1596"/>
                  </a:cubicBezTo>
                  <a:close/>
                  <a:moveTo>
                    <a:pt x="4479" y="57837"/>
                  </a:moveTo>
                  <a:cubicBezTo>
                    <a:pt x="5401" y="57837"/>
                    <a:pt x="6152" y="58588"/>
                    <a:pt x="6152" y="59509"/>
                  </a:cubicBezTo>
                  <a:cubicBezTo>
                    <a:pt x="6153" y="60432"/>
                    <a:pt x="5401" y="61181"/>
                    <a:pt x="4479" y="61181"/>
                  </a:cubicBezTo>
                  <a:cubicBezTo>
                    <a:pt x="3558" y="61181"/>
                    <a:pt x="2808" y="60432"/>
                    <a:pt x="2808" y="59509"/>
                  </a:cubicBezTo>
                  <a:cubicBezTo>
                    <a:pt x="2808" y="58588"/>
                    <a:pt x="3558" y="57837"/>
                    <a:pt x="4479" y="57837"/>
                  </a:cubicBezTo>
                  <a:close/>
                  <a:moveTo>
                    <a:pt x="3270" y="0"/>
                  </a:moveTo>
                  <a:cubicBezTo>
                    <a:pt x="1467" y="0"/>
                    <a:pt x="1" y="1467"/>
                    <a:pt x="1" y="3269"/>
                  </a:cubicBezTo>
                  <a:cubicBezTo>
                    <a:pt x="1" y="5073"/>
                    <a:pt x="1467" y="6537"/>
                    <a:pt x="3270" y="6537"/>
                  </a:cubicBezTo>
                  <a:cubicBezTo>
                    <a:pt x="3867" y="6537"/>
                    <a:pt x="4419" y="6364"/>
                    <a:pt x="4900" y="6084"/>
                  </a:cubicBezTo>
                  <a:lnTo>
                    <a:pt x="13267" y="14451"/>
                  </a:lnTo>
                  <a:lnTo>
                    <a:pt x="13267" y="49641"/>
                  </a:lnTo>
                  <a:lnTo>
                    <a:pt x="6177" y="56729"/>
                  </a:lnTo>
                  <a:cubicBezTo>
                    <a:pt x="5682" y="56424"/>
                    <a:pt x="5103" y="56241"/>
                    <a:pt x="4479" y="56241"/>
                  </a:cubicBezTo>
                  <a:cubicBezTo>
                    <a:pt x="2675" y="56241"/>
                    <a:pt x="1209" y="57708"/>
                    <a:pt x="1209" y="59510"/>
                  </a:cubicBezTo>
                  <a:cubicBezTo>
                    <a:pt x="1209" y="61314"/>
                    <a:pt x="2675" y="62780"/>
                    <a:pt x="4479" y="62780"/>
                  </a:cubicBezTo>
                  <a:cubicBezTo>
                    <a:pt x="6282" y="62780"/>
                    <a:pt x="7750" y="61314"/>
                    <a:pt x="7750" y="59510"/>
                  </a:cubicBezTo>
                  <a:cubicBezTo>
                    <a:pt x="7750" y="58913"/>
                    <a:pt x="7578" y="58358"/>
                    <a:pt x="7295" y="57876"/>
                  </a:cubicBezTo>
                  <a:lnTo>
                    <a:pt x="14865" y="50304"/>
                  </a:lnTo>
                  <a:lnTo>
                    <a:pt x="14865" y="13789"/>
                  </a:lnTo>
                  <a:lnTo>
                    <a:pt x="6049" y="4970"/>
                  </a:lnTo>
                  <a:cubicBezTo>
                    <a:pt x="6354" y="4473"/>
                    <a:pt x="6540" y="3894"/>
                    <a:pt x="6540" y="3269"/>
                  </a:cubicBezTo>
                  <a:cubicBezTo>
                    <a:pt x="6540" y="1467"/>
                    <a:pt x="5074" y="0"/>
                    <a:pt x="3270" y="0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926149" y="4673733"/>
              <a:ext cx="645846" cy="111650"/>
            </a:xfrm>
            <a:custGeom>
              <a:avLst/>
              <a:gdLst/>
              <a:ahLst/>
              <a:cxnLst/>
              <a:rect l="l" t="t" r="r" b="b"/>
              <a:pathLst>
                <a:path w="87306" h="15093" extrusionOk="0">
                  <a:moveTo>
                    <a:pt x="3271" y="10152"/>
                  </a:moveTo>
                  <a:cubicBezTo>
                    <a:pt x="4193" y="10152"/>
                    <a:pt x="4944" y="10901"/>
                    <a:pt x="4944" y="11822"/>
                  </a:cubicBezTo>
                  <a:cubicBezTo>
                    <a:pt x="4944" y="12745"/>
                    <a:pt x="4193" y="13494"/>
                    <a:pt x="3271" y="13494"/>
                  </a:cubicBezTo>
                  <a:cubicBezTo>
                    <a:pt x="2349" y="13494"/>
                    <a:pt x="1600" y="12745"/>
                    <a:pt x="1600" y="11822"/>
                  </a:cubicBezTo>
                  <a:cubicBezTo>
                    <a:pt x="1598" y="10901"/>
                    <a:pt x="2348" y="10152"/>
                    <a:pt x="3271" y="10152"/>
                  </a:cubicBezTo>
                  <a:close/>
                  <a:moveTo>
                    <a:pt x="54240" y="0"/>
                  </a:moveTo>
                  <a:lnTo>
                    <a:pt x="43041" y="11199"/>
                  </a:lnTo>
                  <a:lnTo>
                    <a:pt x="6476" y="11199"/>
                  </a:lnTo>
                  <a:cubicBezTo>
                    <a:pt x="6183" y="9695"/>
                    <a:pt x="4859" y="8554"/>
                    <a:pt x="3271" y="8554"/>
                  </a:cubicBezTo>
                  <a:cubicBezTo>
                    <a:pt x="1467" y="8554"/>
                    <a:pt x="0" y="10021"/>
                    <a:pt x="0" y="11825"/>
                  </a:cubicBezTo>
                  <a:cubicBezTo>
                    <a:pt x="0" y="13626"/>
                    <a:pt x="1467" y="15092"/>
                    <a:pt x="3271" y="15092"/>
                  </a:cubicBezTo>
                  <a:cubicBezTo>
                    <a:pt x="4732" y="15092"/>
                    <a:pt x="5957" y="14121"/>
                    <a:pt x="6376" y="12796"/>
                  </a:cubicBezTo>
                  <a:lnTo>
                    <a:pt x="43703" y="12796"/>
                  </a:lnTo>
                  <a:lnTo>
                    <a:pt x="54901" y="1598"/>
                  </a:lnTo>
                  <a:lnTo>
                    <a:pt x="74203" y="1598"/>
                  </a:lnTo>
                  <a:lnTo>
                    <a:pt x="85866" y="13261"/>
                  </a:lnTo>
                  <a:cubicBezTo>
                    <a:pt x="86021" y="13417"/>
                    <a:pt x="86227" y="13494"/>
                    <a:pt x="86430" y="13494"/>
                  </a:cubicBezTo>
                  <a:cubicBezTo>
                    <a:pt x="86635" y="13494"/>
                    <a:pt x="86840" y="13417"/>
                    <a:pt x="86995" y="13261"/>
                  </a:cubicBezTo>
                  <a:cubicBezTo>
                    <a:pt x="87306" y="12950"/>
                    <a:pt x="87306" y="12443"/>
                    <a:pt x="86995" y="12131"/>
                  </a:cubicBezTo>
                  <a:lnTo>
                    <a:pt x="74863" y="0"/>
                  </a:ln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44A2B5BC-598E-497A-832B-511E52FA180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46"/>
          <a:stretch>
            <a:fillRect/>
          </a:stretch>
        </p:blipFill>
        <p:spPr bwMode="auto">
          <a:xfrm>
            <a:off x="6287386" y="1494183"/>
            <a:ext cx="2636875" cy="193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720003" y="187311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subTitle" idx="1"/>
          </p:nvPr>
        </p:nvSpPr>
        <p:spPr>
          <a:xfrm rot="-224">
            <a:off x="716529" y="1341284"/>
            <a:ext cx="4596900" cy="20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76" name="Google Shape;76;p7"/>
          <p:cNvGrpSpPr/>
          <p:nvPr/>
        </p:nvGrpSpPr>
        <p:grpSpPr>
          <a:xfrm>
            <a:off x="-10" y="0"/>
            <a:ext cx="9152261" cy="5138924"/>
            <a:chOff x="-10" y="0"/>
            <a:chExt cx="9152261" cy="5138924"/>
          </a:xfrm>
        </p:grpSpPr>
        <p:sp>
          <p:nvSpPr>
            <p:cNvPr id="77" name="Google Shape;77;p7"/>
            <p:cNvSpPr/>
            <p:nvPr/>
          </p:nvSpPr>
          <p:spPr>
            <a:xfrm>
              <a:off x="795508" y="4779610"/>
              <a:ext cx="110918" cy="319890"/>
            </a:xfrm>
            <a:custGeom>
              <a:avLst/>
              <a:gdLst/>
              <a:ahLst/>
              <a:cxnLst/>
              <a:rect l="l" t="t" r="r" b="b"/>
              <a:pathLst>
                <a:path w="14994" h="43243" extrusionOk="0">
                  <a:moveTo>
                    <a:pt x="2471" y="0"/>
                  </a:moveTo>
                  <a:cubicBezTo>
                    <a:pt x="1106" y="0"/>
                    <a:pt x="1" y="1107"/>
                    <a:pt x="1" y="2470"/>
                  </a:cubicBezTo>
                  <a:cubicBezTo>
                    <a:pt x="1" y="3554"/>
                    <a:pt x="702" y="4465"/>
                    <a:pt x="1673" y="4798"/>
                  </a:cubicBezTo>
                  <a:lnTo>
                    <a:pt x="1673" y="12610"/>
                  </a:lnTo>
                  <a:lnTo>
                    <a:pt x="13396" y="24337"/>
                  </a:lnTo>
                  <a:lnTo>
                    <a:pt x="13396" y="42442"/>
                  </a:lnTo>
                  <a:cubicBezTo>
                    <a:pt x="13396" y="42884"/>
                    <a:pt x="13753" y="43243"/>
                    <a:pt x="14195" y="43243"/>
                  </a:cubicBezTo>
                  <a:cubicBezTo>
                    <a:pt x="14635" y="43243"/>
                    <a:pt x="14994" y="42884"/>
                    <a:pt x="14994" y="42442"/>
                  </a:cubicBezTo>
                  <a:lnTo>
                    <a:pt x="14994" y="23675"/>
                  </a:lnTo>
                  <a:lnTo>
                    <a:pt x="3268" y="11948"/>
                  </a:lnTo>
                  <a:lnTo>
                    <a:pt x="3268" y="4798"/>
                  </a:lnTo>
                  <a:cubicBezTo>
                    <a:pt x="4238" y="4465"/>
                    <a:pt x="4941" y="3554"/>
                    <a:pt x="4941" y="2470"/>
                  </a:cubicBezTo>
                  <a:cubicBezTo>
                    <a:pt x="4941" y="1107"/>
                    <a:pt x="3834" y="0"/>
                    <a:pt x="2471" y="0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666884" y="4577202"/>
              <a:ext cx="99156" cy="561722"/>
            </a:xfrm>
            <a:custGeom>
              <a:avLst/>
              <a:gdLst/>
              <a:ahLst/>
              <a:cxnLst/>
              <a:rect l="l" t="t" r="r" b="b"/>
              <a:pathLst>
                <a:path w="13404" h="75934" extrusionOk="0">
                  <a:moveTo>
                    <a:pt x="10134" y="1599"/>
                  </a:moveTo>
                  <a:cubicBezTo>
                    <a:pt x="11056" y="1599"/>
                    <a:pt x="11805" y="2348"/>
                    <a:pt x="11805" y="3270"/>
                  </a:cubicBezTo>
                  <a:cubicBezTo>
                    <a:pt x="11805" y="4193"/>
                    <a:pt x="11056" y="4942"/>
                    <a:pt x="10134" y="4942"/>
                  </a:cubicBezTo>
                  <a:cubicBezTo>
                    <a:pt x="9214" y="4942"/>
                    <a:pt x="8463" y="4193"/>
                    <a:pt x="8463" y="3270"/>
                  </a:cubicBezTo>
                  <a:cubicBezTo>
                    <a:pt x="8463" y="2348"/>
                    <a:pt x="9214" y="1599"/>
                    <a:pt x="10134" y="1599"/>
                  </a:cubicBezTo>
                  <a:close/>
                  <a:moveTo>
                    <a:pt x="10134" y="1"/>
                  </a:moveTo>
                  <a:cubicBezTo>
                    <a:pt x="8332" y="1"/>
                    <a:pt x="6865" y="1466"/>
                    <a:pt x="6865" y="3270"/>
                  </a:cubicBezTo>
                  <a:cubicBezTo>
                    <a:pt x="6865" y="4796"/>
                    <a:pt x="7919" y="6070"/>
                    <a:pt x="9335" y="6430"/>
                  </a:cubicBezTo>
                  <a:lnTo>
                    <a:pt x="9335" y="55272"/>
                  </a:lnTo>
                  <a:lnTo>
                    <a:pt x="1" y="64606"/>
                  </a:lnTo>
                  <a:lnTo>
                    <a:pt x="1" y="75136"/>
                  </a:lnTo>
                  <a:cubicBezTo>
                    <a:pt x="1" y="75575"/>
                    <a:pt x="359" y="75933"/>
                    <a:pt x="801" y="75933"/>
                  </a:cubicBezTo>
                  <a:cubicBezTo>
                    <a:pt x="1242" y="75933"/>
                    <a:pt x="1600" y="75575"/>
                    <a:pt x="1600" y="75135"/>
                  </a:cubicBezTo>
                  <a:lnTo>
                    <a:pt x="1600" y="65268"/>
                  </a:lnTo>
                  <a:lnTo>
                    <a:pt x="10933" y="55934"/>
                  </a:lnTo>
                  <a:lnTo>
                    <a:pt x="10933" y="6430"/>
                  </a:lnTo>
                  <a:cubicBezTo>
                    <a:pt x="12349" y="6072"/>
                    <a:pt x="13403" y="4796"/>
                    <a:pt x="13403" y="3270"/>
                  </a:cubicBezTo>
                  <a:cubicBezTo>
                    <a:pt x="13403" y="1466"/>
                    <a:pt x="11938" y="1"/>
                    <a:pt x="10134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447476" y="4707431"/>
              <a:ext cx="131602" cy="413853"/>
            </a:xfrm>
            <a:custGeom>
              <a:avLst/>
              <a:gdLst/>
              <a:ahLst/>
              <a:cxnLst/>
              <a:rect l="l" t="t" r="r" b="b"/>
              <a:pathLst>
                <a:path w="17790" h="55945" extrusionOk="0">
                  <a:moveTo>
                    <a:pt x="3269" y="1597"/>
                  </a:moveTo>
                  <a:cubicBezTo>
                    <a:pt x="4190" y="1597"/>
                    <a:pt x="4940" y="2347"/>
                    <a:pt x="4940" y="3270"/>
                  </a:cubicBezTo>
                  <a:cubicBezTo>
                    <a:pt x="4940" y="4193"/>
                    <a:pt x="4190" y="4943"/>
                    <a:pt x="3269" y="4943"/>
                  </a:cubicBezTo>
                  <a:cubicBezTo>
                    <a:pt x="2348" y="4943"/>
                    <a:pt x="1598" y="4193"/>
                    <a:pt x="1598" y="3270"/>
                  </a:cubicBezTo>
                  <a:cubicBezTo>
                    <a:pt x="1598" y="2347"/>
                    <a:pt x="2348" y="1597"/>
                    <a:pt x="3269" y="1597"/>
                  </a:cubicBezTo>
                  <a:close/>
                  <a:moveTo>
                    <a:pt x="3269" y="1"/>
                  </a:moveTo>
                  <a:cubicBezTo>
                    <a:pt x="1465" y="1"/>
                    <a:pt x="0" y="1467"/>
                    <a:pt x="0" y="3270"/>
                  </a:cubicBezTo>
                  <a:cubicBezTo>
                    <a:pt x="0" y="4796"/>
                    <a:pt x="1055" y="6070"/>
                    <a:pt x="2470" y="6430"/>
                  </a:cubicBezTo>
                  <a:lnTo>
                    <a:pt x="2470" y="26715"/>
                  </a:lnTo>
                  <a:lnTo>
                    <a:pt x="16191" y="40437"/>
                  </a:lnTo>
                  <a:lnTo>
                    <a:pt x="16191" y="55145"/>
                  </a:lnTo>
                  <a:cubicBezTo>
                    <a:pt x="16191" y="55586"/>
                    <a:pt x="16550" y="55944"/>
                    <a:pt x="16990" y="55944"/>
                  </a:cubicBezTo>
                  <a:cubicBezTo>
                    <a:pt x="17432" y="55944"/>
                    <a:pt x="17789" y="55586"/>
                    <a:pt x="17789" y="55145"/>
                  </a:cubicBezTo>
                  <a:lnTo>
                    <a:pt x="17789" y="39774"/>
                  </a:lnTo>
                  <a:lnTo>
                    <a:pt x="4068" y="26051"/>
                  </a:lnTo>
                  <a:lnTo>
                    <a:pt x="4068" y="6430"/>
                  </a:lnTo>
                  <a:cubicBezTo>
                    <a:pt x="5484" y="6072"/>
                    <a:pt x="6538" y="4796"/>
                    <a:pt x="6538" y="3270"/>
                  </a:cubicBezTo>
                  <a:cubicBezTo>
                    <a:pt x="6538" y="1467"/>
                    <a:pt x="5072" y="1"/>
                    <a:pt x="3269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7"/>
            <p:cNvSpPr/>
            <p:nvPr/>
          </p:nvSpPr>
          <p:spPr>
            <a:xfrm>
              <a:off x="557287" y="4656313"/>
              <a:ext cx="69500" cy="248845"/>
            </a:xfrm>
            <a:custGeom>
              <a:avLst/>
              <a:gdLst/>
              <a:ahLst/>
              <a:cxnLst/>
              <a:rect l="l" t="t" r="r" b="b"/>
              <a:pathLst>
                <a:path w="9395" h="33639" extrusionOk="0">
                  <a:moveTo>
                    <a:pt x="6924" y="0"/>
                  </a:moveTo>
                  <a:cubicBezTo>
                    <a:pt x="5561" y="0"/>
                    <a:pt x="4454" y="1107"/>
                    <a:pt x="4454" y="2470"/>
                  </a:cubicBezTo>
                  <a:cubicBezTo>
                    <a:pt x="4454" y="3553"/>
                    <a:pt x="5157" y="4463"/>
                    <a:pt x="6127" y="4798"/>
                  </a:cubicBezTo>
                  <a:lnTo>
                    <a:pt x="6127" y="26387"/>
                  </a:lnTo>
                  <a:lnTo>
                    <a:pt x="3552" y="28958"/>
                  </a:lnTo>
                  <a:cubicBezTo>
                    <a:pt x="3225" y="28798"/>
                    <a:pt x="2861" y="28699"/>
                    <a:pt x="2471" y="28699"/>
                  </a:cubicBezTo>
                  <a:cubicBezTo>
                    <a:pt x="1108" y="28699"/>
                    <a:pt x="1" y="29805"/>
                    <a:pt x="1" y="31169"/>
                  </a:cubicBezTo>
                  <a:cubicBezTo>
                    <a:pt x="1" y="32534"/>
                    <a:pt x="1108" y="33639"/>
                    <a:pt x="2471" y="33639"/>
                  </a:cubicBezTo>
                  <a:cubicBezTo>
                    <a:pt x="3835" y="33639"/>
                    <a:pt x="4941" y="32534"/>
                    <a:pt x="4941" y="31169"/>
                  </a:cubicBezTo>
                  <a:cubicBezTo>
                    <a:pt x="4941" y="30779"/>
                    <a:pt x="4842" y="30417"/>
                    <a:pt x="4681" y="30088"/>
                  </a:cubicBezTo>
                  <a:lnTo>
                    <a:pt x="7723" y="27046"/>
                  </a:lnTo>
                  <a:lnTo>
                    <a:pt x="7723" y="4798"/>
                  </a:lnTo>
                  <a:cubicBezTo>
                    <a:pt x="8694" y="4463"/>
                    <a:pt x="9394" y="3553"/>
                    <a:pt x="9394" y="2470"/>
                  </a:cubicBezTo>
                  <a:cubicBezTo>
                    <a:pt x="9394" y="1107"/>
                    <a:pt x="8288" y="0"/>
                    <a:pt x="6924" y="0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7"/>
            <p:cNvSpPr/>
            <p:nvPr/>
          </p:nvSpPr>
          <p:spPr>
            <a:xfrm rot="10800000" flipH="1">
              <a:off x="6014382" y="0"/>
              <a:ext cx="111022" cy="616426"/>
            </a:xfrm>
            <a:custGeom>
              <a:avLst/>
              <a:gdLst/>
              <a:ahLst/>
              <a:cxnLst/>
              <a:rect l="l" t="t" r="r" b="b"/>
              <a:pathLst>
                <a:path w="15008" h="83329" extrusionOk="0">
                  <a:moveTo>
                    <a:pt x="11298" y="1"/>
                  </a:moveTo>
                  <a:cubicBezTo>
                    <a:pt x="9933" y="1"/>
                    <a:pt x="8828" y="1107"/>
                    <a:pt x="8828" y="2471"/>
                  </a:cubicBezTo>
                  <a:cubicBezTo>
                    <a:pt x="8828" y="2886"/>
                    <a:pt x="8941" y="3270"/>
                    <a:pt x="9120" y="3614"/>
                  </a:cubicBezTo>
                  <a:lnTo>
                    <a:pt x="1" y="12734"/>
                  </a:lnTo>
                  <a:lnTo>
                    <a:pt x="1" y="56329"/>
                  </a:lnTo>
                  <a:lnTo>
                    <a:pt x="13411" y="69741"/>
                  </a:lnTo>
                  <a:lnTo>
                    <a:pt x="13411" y="82529"/>
                  </a:lnTo>
                  <a:lnTo>
                    <a:pt x="13410" y="82529"/>
                  </a:lnTo>
                  <a:cubicBezTo>
                    <a:pt x="13410" y="82970"/>
                    <a:pt x="13768" y="83328"/>
                    <a:pt x="14209" y="83328"/>
                  </a:cubicBezTo>
                  <a:cubicBezTo>
                    <a:pt x="14651" y="83328"/>
                    <a:pt x="15008" y="82970"/>
                    <a:pt x="15008" y="82529"/>
                  </a:cubicBezTo>
                  <a:lnTo>
                    <a:pt x="15008" y="69078"/>
                  </a:lnTo>
                  <a:lnTo>
                    <a:pt x="1597" y="55666"/>
                  </a:lnTo>
                  <a:lnTo>
                    <a:pt x="1597" y="13396"/>
                  </a:lnTo>
                  <a:lnTo>
                    <a:pt x="10278" y="4715"/>
                  </a:lnTo>
                  <a:cubicBezTo>
                    <a:pt x="10591" y="4856"/>
                    <a:pt x="10933" y="4941"/>
                    <a:pt x="11298" y="4941"/>
                  </a:cubicBezTo>
                  <a:cubicBezTo>
                    <a:pt x="12662" y="4941"/>
                    <a:pt x="13768" y="3834"/>
                    <a:pt x="13768" y="2471"/>
                  </a:cubicBezTo>
                  <a:cubicBezTo>
                    <a:pt x="13768" y="1107"/>
                    <a:pt x="12662" y="1"/>
                    <a:pt x="11298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 rot="10800000" flipH="1">
              <a:off x="5821021" y="277753"/>
              <a:ext cx="109971" cy="464422"/>
            </a:xfrm>
            <a:custGeom>
              <a:avLst/>
              <a:gdLst/>
              <a:ahLst/>
              <a:cxnLst/>
              <a:rect l="l" t="t" r="r" b="b"/>
              <a:pathLst>
                <a:path w="14866" h="62781" extrusionOk="0">
                  <a:moveTo>
                    <a:pt x="3270" y="1596"/>
                  </a:moveTo>
                  <a:cubicBezTo>
                    <a:pt x="4191" y="1596"/>
                    <a:pt x="4941" y="2347"/>
                    <a:pt x="4941" y="3269"/>
                  </a:cubicBezTo>
                  <a:cubicBezTo>
                    <a:pt x="4941" y="4191"/>
                    <a:pt x="4191" y="4940"/>
                    <a:pt x="3270" y="4940"/>
                  </a:cubicBezTo>
                  <a:cubicBezTo>
                    <a:pt x="2349" y="4940"/>
                    <a:pt x="1600" y="4191"/>
                    <a:pt x="1600" y="3269"/>
                  </a:cubicBezTo>
                  <a:cubicBezTo>
                    <a:pt x="1597" y="2347"/>
                    <a:pt x="2348" y="1596"/>
                    <a:pt x="3270" y="1596"/>
                  </a:cubicBezTo>
                  <a:close/>
                  <a:moveTo>
                    <a:pt x="4479" y="57837"/>
                  </a:moveTo>
                  <a:cubicBezTo>
                    <a:pt x="5401" y="57837"/>
                    <a:pt x="6152" y="58588"/>
                    <a:pt x="6152" y="59509"/>
                  </a:cubicBezTo>
                  <a:cubicBezTo>
                    <a:pt x="6153" y="60432"/>
                    <a:pt x="5401" y="61181"/>
                    <a:pt x="4479" y="61181"/>
                  </a:cubicBezTo>
                  <a:cubicBezTo>
                    <a:pt x="3558" y="61181"/>
                    <a:pt x="2808" y="60432"/>
                    <a:pt x="2808" y="59509"/>
                  </a:cubicBezTo>
                  <a:cubicBezTo>
                    <a:pt x="2808" y="58588"/>
                    <a:pt x="3558" y="57837"/>
                    <a:pt x="4479" y="57837"/>
                  </a:cubicBezTo>
                  <a:close/>
                  <a:moveTo>
                    <a:pt x="3270" y="0"/>
                  </a:moveTo>
                  <a:cubicBezTo>
                    <a:pt x="1467" y="0"/>
                    <a:pt x="1" y="1467"/>
                    <a:pt x="1" y="3269"/>
                  </a:cubicBezTo>
                  <a:cubicBezTo>
                    <a:pt x="1" y="5073"/>
                    <a:pt x="1467" y="6537"/>
                    <a:pt x="3270" y="6537"/>
                  </a:cubicBezTo>
                  <a:cubicBezTo>
                    <a:pt x="3867" y="6537"/>
                    <a:pt x="4419" y="6364"/>
                    <a:pt x="4900" y="6084"/>
                  </a:cubicBezTo>
                  <a:lnTo>
                    <a:pt x="13267" y="14451"/>
                  </a:lnTo>
                  <a:lnTo>
                    <a:pt x="13267" y="49641"/>
                  </a:lnTo>
                  <a:lnTo>
                    <a:pt x="6177" y="56729"/>
                  </a:lnTo>
                  <a:cubicBezTo>
                    <a:pt x="5682" y="56424"/>
                    <a:pt x="5103" y="56241"/>
                    <a:pt x="4479" y="56241"/>
                  </a:cubicBezTo>
                  <a:cubicBezTo>
                    <a:pt x="2675" y="56241"/>
                    <a:pt x="1209" y="57708"/>
                    <a:pt x="1209" y="59510"/>
                  </a:cubicBezTo>
                  <a:cubicBezTo>
                    <a:pt x="1209" y="61314"/>
                    <a:pt x="2675" y="62780"/>
                    <a:pt x="4479" y="62780"/>
                  </a:cubicBezTo>
                  <a:cubicBezTo>
                    <a:pt x="6282" y="62780"/>
                    <a:pt x="7750" y="61314"/>
                    <a:pt x="7750" y="59510"/>
                  </a:cubicBezTo>
                  <a:cubicBezTo>
                    <a:pt x="7750" y="58913"/>
                    <a:pt x="7578" y="58358"/>
                    <a:pt x="7295" y="57876"/>
                  </a:cubicBezTo>
                  <a:lnTo>
                    <a:pt x="14865" y="50304"/>
                  </a:lnTo>
                  <a:lnTo>
                    <a:pt x="14865" y="13789"/>
                  </a:lnTo>
                  <a:lnTo>
                    <a:pt x="6049" y="4970"/>
                  </a:lnTo>
                  <a:cubicBezTo>
                    <a:pt x="6354" y="4473"/>
                    <a:pt x="6540" y="3894"/>
                    <a:pt x="6540" y="3269"/>
                  </a:cubicBezTo>
                  <a:cubicBezTo>
                    <a:pt x="6540" y="1467"/>
                    <a:pt x="5074" y="0"/>
                    <a:pt x="3270" y="0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8501974" y="755255"/>
              <a:ext cx="650277" cy="407262"/>
            </a:xfrm>
            <a:custGeom>
              <a:avLst/>
              <a:gdLst/>
              <a:ahLst/>
              <a:cxnLst/>
              <a:rect l="l" t="t" r="r" b="b"/>
              <a:pathLst>
                <a:path w="87905" h="55054" extrusionOk="0">
                  <a:moveTo>
                    <a:pt x="3272" y="1596"/>
                  </a:moveTo>
                  <a:cubicBezTo>
                    <a:pt x="4193" y="1596"/>
                    <a:pt x="4944" y="2347"/>
                    <a:pt x="4944" y="3269"/>
                  </a:cubicBezTo>
                  <a:cubicBezTo>
                    <a:pt x="4944" y="4192"/>
                    <a:pt x="4193" y="4941"/>
                    <a:pt x="3272" y="4941"/>
                  </a:cubicBezTo>
                  <a:cubicBezTo>
                    <a:pt x="2349" y="4941"/>
                    <a:pt x="1600" y="4192"/>
                    <a:pt x="1600" y="3269"/>
                  </a:cubicBezTo>
                  <a:cubicBezTo>
                    <a:pt x="1600" y="2347"/>
                    <a:pt x="2349" y="1596"/>
                    <a:pt x="3272" y="1596"/>
                  </a:cubicBezTo>
                  <a:close/>
                  <a:moveTo>
                    <a:pt x="3272" y="1"/>
                  </a:moveTo>
                  <a:cubicBezTo>
                    <a:pt x="1470" y="1"/>
                    <a:pt x="1" y="1467"/>
                    <a:pt x="1" y="3271"/>
                  </a:cubicBezTo>
                  <a:cubicBezTo>
                    <a:pt x="3" y="5072"/>
                    <a:pt x="1470" y="6538"/>
                    <a:pt x="3272" y="6538"/>
                  </a:cubicBezTo>
                  <a:cubicBezTo>
                    <a:pt x="4798" y="6538"/>
                    <a:pt x="6073" y="5483"/>
                    <a:pt x="6430" y="4067"/>
                  </a:cubicBezTo>
                  <a:lnTo>
                    <a:pt x="25437" y="4067"/>
                  </a:lnTo>
                  <a:lnTo>
                    <a:pt x="44217" y="22846"/>
                  </a:lnTo>
                  <a:lnTo>
                    <a:pt x="44217" y="38449"/>
                  </a:lnTo>
                  <a:lnTo>
                    <a:pt x="70094" y="38449"/>
                  </a:lnTo>
                  <a:lnTo>
                    <a:pt x="86465" y="54821"/>
                  </a:lnTo>
                  <a:cubicBezTo>
                    <a:pt x="86620" y="54976"/>
                    <a:pt x="86826" y="55053"/>
                    <a:pt x="87029" y="55053"/>
                  </a:cubicBezTo>
                  <a:cubicBezTo>
                    <a:pt x="87232" y="55053"/>
                    <a:pt x="87438" y="54976"/>
                    <a:pt x="87594" y="54821"/>
                  </a:cubicBezTo>
                  <a:cubicBezTo>
                    <a:pt x="87904" y="54509"/>
                    <a:pt x="87904" y="54002"/>
                    <a:pt x="87594" y="53689"/>
                  </a:cubicBezTo>
                  <a:lnTo>
                    <a:pt x="70755" y="36852"/>
                  </a:lnTo>
                  <a:lnTo>
                    <a:pt x="45813" y="36852"/>
                  </a:lnTo>
                  <a:lnTo>
                    <a:pt x="45813" y="22184"/>
                  </a:lnTo>
                  <a:lnTo>
                    <a:pt x="26333" y="2704"/>
                  </a:lnTo>
                  <a:lnTo>
                    <a:pt x="26098" y="2471"/>
                  </a:lnTo>
                  <a:lnTo>
                    <a:pt x="6430" y="2471"/>
                  </a:lnTo>
                  <a:cubicBezTo>
                    <a:pt x="6073" y="1057"/>
                    <a:pt x="4798" y="1"/>
                    <a:pt x="3272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5111574" y="4802245"/>
              <a:ext cx="645846" cy="111650"/>
            </a:xfrm>
            <a:custGeom>
              <a:avLst/>
              <a:gdLst/>
              <a:ahLst/>
              <a:cxnLst/>
              <a:rect l="l" t="t" r="r" b="b"/>
              <a:pathLst>
                <a:path w="87306" h="15093" extrusionOk="0">
                  <a:moveTo>
                    <a:pt x="3271" y="10152"/>
                  </a:moveTo>
                  <a:cubicBezTo>
                    <a:pt x="4193" y="10152"/>
                    <a:pt x="4944" y="10901"/>
                    <a:pt x="4944" y="11822"/>
                  </a:cubicBezTo>
                  <a:cubicBezTo>
                    <a:pt x="4944" y="12745"/>
                    <a:pt x="4193" y="13494"/>
                    <a:pt x="3271" y="13494"/>
                  </a:cubicBezTo>
                  <a:cubicBezTo>
                    <a:pt x="2349" y="13494"/>
                    <a:pt x="1600" y="12745"/>
                    <a:pt x="1600" y="11822"/>
                  </a:cubicBezTo>
                  <a:cubicBezTo>
                    <a:pt x="1598" y="10901"/>
                    <a:pt x="2348" y="10152"/>
                    <a:pt x="3271" y="10152"/>
                  </a:cubicBezTo>
                  <a:close/>
                  <a:moveTo>
                    <a:pt x="54240" y="0"/>
                  </a:moveTo>
                  <a:lnTo>
                    <a:pt x="43041" y="11199"/>
                  </a:lnTo>
                  <a:lnTo>
                    <a:pt x="6476" y="11199"/>
                  </a:lnTo>
                  <a:cubicBezTo>
                    <a:pt x="6183" y="9695"/>
                    <a:pt x="4859" y="8554"/>
                    <a:pt x="3271" y="8554"/>
                  </a:cubicBezTo>
                  <a:cubicBezTo>
                    <a:pt x="1467" y="8554"/>
                    <a:pt x="0" y="10021"/>
                    <a:pt x="0" y="11825"/>
                  </a:cubicBezTo>
                  <a:cubicBezTo>
                    <a:pt x="0" y="13626"/>
                    <a:pt x="1467" y="15092"/>
                    <a:pt x="3271" y="15092"/>
                  </a:cubicBezTo>
                  <a:cubicBezTo>
                    <a:pt x="4732" y="15092"/>
                    <a:pt x="5957" y="14121"/>
                    <a:pt x="6376" y="12796"/>
                  </a:cubicBezTo>
                  <a:lnTo>
                    <a:pt x="43703" y="12796"/>
                  </a:lnTo>
                  <a:lnTo>
                    <a:pt x="54901" y="1598"/>
                  </a:lnTo>
                  <a:lnTo>
                    <a:pt x="74203" y="1598"/>
                  </a:lnTo>
                  <a:lnTo>
                    <a:pt x="85866" y="13261"/>
                  </a:lnTo>
                  <a:cubicBezTo>
                    <a:pt x="86021" y="13417"/>
                    <a:pt x="86227" y="13494"/>
                    <a:pt x="86430" y="13494"/>
                  </a:cubicBezTo>
                  <a:cubicBezTo>
                    <a:pt x="86635" y="13494"/>
                    <a:pt x="86840" y="13417"/>
                    <a:pt x="86995" y="13261"/>
                  </a:cubicBezTo>
                  <a:cubicBezTo>
                    <a:pt x="87306" y="12950"/>
                    <a:pt x="87306" y="12443"/>
                    <a:pt x="86995" y="12131"/>
                  </a:cubicBezTo>
                  <a:lnTo>
                    <a:pt x="74863" y="0"/>
                  </a:ln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 flipH="1">
              <a:off x="-10" y="1745149"/>
              <a:ext cx="374195" cy="396217"/>
            </a:xfrm>
            <a:custGeom>
              <a:avLst/>
              <a:gdLst/>
              <a:ahLst/>
              <a:cxnLst/>
              <a:rect l="l" t="t" r="r" b="b"/>
              <a:pathLst>
                <a:path w="50584" h="53561" extrusionOk="0">
                  <a:moveTo>
                    <a:pt x="2472" y="0"/>
                  </a:moveTo>
                  <a:cubicBezTo>
                    <a:pt x="1108" y="0"/>
                    <a:pt x="1" y="1105"/>
                    <a:pt x="1" y="2470"/>
                  </a:cubicBezTo>
                  <a:cubicBezTo>
                    <a:pt x="0" y="3553"/>
                    <a:pt x="703" y="4463"/>
                    <a:pt x="1673" y="4796"/>
                  </a:cubicBezTo>
                  <a:lnTo>
                    <a:pt x="1673" y="25253"/>
                  </a:lnTo>
                  <a:lnTo>
                    <a:pt x="17813" y="41392"/>
                  </a:lnTo>
                  <a:lnTo>
                    <a:pt x="37208" y="41392"/>
                  </a:lnTo>
                  <a:lnTo>
                    <a:pt x="49144" y="53328"/>
                  </a:lnTo>
                  <a:cubicBezTo>
                    <a:pt x="49299" y="53483"/>
                    <a:pt x="49505" y="53561"/>
                    <a:pt x="49709" y="53561"/>
                  </a:cubicBezTo>
                  <a:cubicBezTo>
                    <a:pt x="49913" y="53561"/>
                    <a:pt x="50118" y="53483"/>
                    <a:pt x="50273" y="53328"/>
                  </a:cubicBezTo>
                  <a:cubicBezTo>
                    <a:pt x="50584" y="53016"/>
                    <a:pt x="50584" y="52509"/>
                    <a:pt x="50273" y="52197"/>
                  </a:cubicBezTo>
                  <a:lnTo>
                    <a:pt x="37869" y="39794"/>
                  </a:lnTo>
                  <a:lnTo>
                    <a:pt x="18474" y="39794"/>
                  </a:lnTo>
                  <a:lnTo>
                    <a:pt x="3269" y="24591"/>
                  </a:lnTo>
                  <a:lnTo>
                    <a:pt x="3269" y="4796"/>
                  </a:lnTo>
                  <a:cubicBezTo>
                    <a:pt x="4240" y="4463"/>
                    <a:pt x="4942" y="3553"/>
                    <a:pt x="4942" y="2470"/>
                  </a:cubicBezTo>
                  <a:cubicBezTo>
                    <a:pt x="4942" y="1105"/>
                    <a:pt x="3836" y="0"/>
                    <a:pt x="2472" y="0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8424003" y="551967"/>
              <a:ext cx="365022" cy="120846"/>
            </a:xfrm>
            <a:custGeom>
              <a:avLst/>
              <a:gdLst/>
              <a:ahLst/>
              <a:cxnLst/>
              <a:rect l="l" t="t" r="r" b="b"/>
              <a:pathLst>
                <a:path w="49344" h="16336" extrusionOk="0">
                  <a:moveTo>
                    <a:pt x="2471" y="1"/>
                  </a:moveTo>
                  <a:cubicBezTo>
                    <a:pt x="1108" y="1"/>
                    <a:pt x="1" y="1107"/>
                    <a:pt x="1" y="2471"/>
                  </a:cubicBezTo>
                  <a:cubicBezTo>
                    <a:pt x="1" y="3836"/>
                    <a:pt x="1108" y="4944"/>
                    <a:pt x="2471" y="4944"/>
                  </a:cubicBezTo>
                  <a:cubicBezTo>
                    <a:pt x="3555" y="4944"/>
                    <a:pt x="4466" y="4241"/>
                    <a:pt x="4799" y="3271"/>
                  </a:cubicBezTo>
                  <a:lnTo>
                    <a:pt x="16191" y="3271"/>
                  </a:lnTo>
                  <a:lnTo>
                    <a:pt x="27586" y="14665"/>
                  </a:lnTo>
                  <a:lnTo>
                    <a:pt x="44546" y="14665"/>
                  </a:lnTo>
                  <a:cubicBezTo>
                    <a:pt x="44879" y="15636"/>
                    <a:pt x="45790" y="16336"/>
                    <a:pt x="46874" y="16336"/>
                  </a:cubicBezTo>
                  <a:cubicBezTo>
                    <a:pt x="48237" y="16336"/>
                    <a:pt x="49344" y="15229"/>
                    <a:pt x="49344" y="13866"/>
                  </a:cubicBezTo>
                  <a:cubicBezTo>
                    <a:pt x="49344" y="12502"/>
                    <a:pt x="48237" y="11396"/>
                    <a:pt x="46874" y="11396"/>
                  </a:cubicBezTo>
                  <a:cubicBezTo>
                    <a:pt x="45790" y="11396"/>
                    <a:pt x="44879" y="12098"/>
                    <a:pt x="44546" y="13068"/>
                  </a:cubicBezTo>
                  <a:lnTo>
                    <a:pt x="28245" y="13068"/>
                  </a:lnTo>
                  <a:lnTo>
                    <a:pt x="16851" y="1675"/>
                  </a:lnTo>
                  <a:lnTo>
                    <a:pt x="4799" y="1675"/>
                  </a:lnTo>
                  <a:cubicBezTo>
                    <a:pt x="4466" y="703"/>
                    <a:pt x="3555" y="1"/>
                    <a:pt x="2471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76E40E86-512B-AE07-4894-5EA6C2357DFE}"/>
              </a:ext>
            </a:extLst>
          </p:cNvPr>
          <p:cNvSpPr txBox="1"/>
          <p:nvPr userDrawn="1"/>
        </p:nvSpPr>
        <p:spPr>
          <a:xfrm>
            <a:off x="7170820" y="3148837"/>
            <a:ext cx="295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708583C-8EE2-1ABE-55A0-D88B61C7D7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‹N°›</a:t>
            </a:fld>
            <a:endParaRPr lang="fr-F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F0627C-C834-2F66-105D-4062ED9638C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46"/>
          <a:stretch>
            <a:fillRect/>
          </a:stretch>
        </p:blipFill>
        <p:spPr bwMode="auto">
          <a:xfrm>
            <a:off x="8606514" y="100523"/>
            <a:ext cx="453657" cy="33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04876" y="-49053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3"/>
          <p:cNvSpPr txBox="1">
            <a:spLocks noGrp="1"/>
          </p:cNvSpPr>
          <p:nvPr>
            <p:ph type="title" hasCustomPrompt="1"/>
          </p:nvPr>
        </p:nvSpPr>
        <p:spPr>
          <a:xfrm rot="965">
            <a:off x="720000" y="1653209"/>
            <a:ext cx="1068900" cy="1114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2"/>
          </p:nvPr>
        </p:nvSpPr>
        <p:spPr>
          <a:xfrm>
            <a:off x="1865200" y="1593051"/>
            <a:ext cx="22899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1"/>
          </p:nvPr>
        </p:nvSpPr>
        <p:spPr>
          <a:xfrm>
            <a:off x="1865200" y="2214774"/>
            <a:ext cx="22899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3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4" hasCustomPrompt="1"/>
          </p:nvPr>
        </p:nvSpPr>
        <p:spPr>
          <a:xfrm rot="965">
            <a:off x="4988900" y="1653209"/>
            <a:ext cx="1068900" cy="1114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>
            <a:spLocks noGrp="1"/>
          </p:cNvSpPr>
          <p:nvPr>
            <p:ph type="title" idx="5"/>
          </p:nvPr>
        </p:nvSpPr>
        <p:spPr>
          <a:xfrm>
            <a:off x="6134100" y="1593051"/>
            <a:ext cx="22899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6"/>
          </p:nvPr>
        </p:nvSpPr>
        <p:spPr>
          <a:xfrm>
            <a:off x="6134100" y="2214774"/>
            <a:ext cx="22899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7" hasCustomPrompt="1"/>
          </p:nvPr>
        </p:nvSpPr>
        <p:spPr>
          <a:xfrm rot="965">
            <a:off x="720000" y="3183734"/>
            <a:ext cx="1068900" cy="1114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4" name="Google Shape;134;p13"/>
          <p:cNvSpPr txBox="1">
            <a:spLocks noGrp="1"/>
          </p:cNvSpPr>
          <p:nvPr>
            <p:ph type="title" idx="8"/>
          </p:nvPr>
        </p:nvSpPr>
        <p:spPr>
          <a:xfrm>
            <a:off x="1865200" y="3123576"/>
            <a:ext cx="22899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9"/>
          </p:nvPr>
        </p:nvSpPr>
        <p:spPr>
          <a:xfrm>
            <a:off x="1865200" y="3745299"/>
            <a:ext cx="22899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title" idx="13" hasCustomPrompt="1"/>
          </p:nvPr>
        </p:nvSpPr>
        <p:spPr>
          <a:xfrm rot="965">
            <a:off x="4988900" y="3183734"/>
            <a:ext cx="1068900" cy="1114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 idx="14"/>
          </p:nvPr>
        </p:nvSpPr>
        <p:spPr>
          <a:xfrm>
            <a:off x="6134100" y="3123576"/>
            <a:ext cx="22899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15"/>
          </p:nvPr>
        </p:nvSpPr>
        <p:spPr>
          <a:xfrm>
            <a:off x="6134100" y="3745299"/>
            <a:ext cx="22899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9" name="Google Shape;139;p13"/>
          <p:cNvGrpSpPr/>
          <p:nvPr/>
        </p:nvGrpSpPr>
        <p:grpSpPr>
          <a:xfrm>
            <a:off x="4" y="133497"/>
            <a:ext cx="8982422" cy="5010000"/>
            <a:chOff x="-1910896" y="1625072"/>
            <a:chExt cx="8982422" cy="5010000"/>
          </a:xfrm>
        </p:grpSpPr>
        <p:sp>
          <p:nvSpPr>
            <p:cNvPr id="140" name="Google Shape;140;p13"/>
            <p:cNvSpPr/>
            <p:nvPr/>
          </p:nvSpPr>
          <p:spPr>
            <a:xfrm>
              <a:off x="2655058" y="6271185"/>
              <a:ext cx="110918" cy="319890"/>
            </a:xfrm>
            <a:custGeom>
              <a:avLst/>
              <a:gdLst/>
              <a:ahLst/>
              <a:cxnLst/>
              <a:rect l="l" t="t" r="r" b="b"/>
              <a:pathLst>
                <a:path w="14994" h="43243" extrusionOk="0">
                  <a:moveTo>
                    <a:pt x="2471" y="0"/>
                  </a:moveTo>
                  <a:cubicBezTo>
                    <a:pt x="1106" y="0"/>
                    <a:pt x="1" y="1107"/>
                    <a:pt x="1" y="2470"/>
                  </a:cubicBezTo>
                  <a:cubicBezTo>
                    <a:pt x="1" y="3554"/>
                    <a:pt x="702" y="4465"/>
                    <a:pt x="1673" y="4798"/>
                  </a:cubicBezTo>
                  <a:lnTo>
                    <a:pt x="1673" y="12610"/>
                  </a:lnTo>
                  <a:lnTo>
                    <a:pt x="13396" y="24337"/>
                  </a:lnTo>
                  <a:lnTo>
                    <a:pt x="13396" y="42442"/>
                  </a:lnTo>
                  <a:cubicBezTo>
                    <a:pt x="13396" y="42884"/>
                    <a:pt x="13753" y="43243"/>
                    <a:pt x="14195" y="43243"/>
                  </a:cubicBezTo>
                  <a:cubicBezTo>
                    <a:pt x="14635" y="43243"/>
                    <a:pt x="14994" y="42884"/>
                    <a:pt x="14994" y="42442"/>
                  </a:cubicBezTo>
                  <a:lnTo>
                    <a:pt x="14994" y="23675"/>
                  </a:lnTo>
                  <a:lnTo>
                    <a:pt x="3268" y="11948"/>
                  </a:lnTo>
                  <a:lnTo>
                    <a:pt x="3268" y="4798"/>
                  </a:lnTo>
                  <a:cubicBezTo>
                    <a:pt x="4238" y="4465"/>
                    <a:pt x="4941" y="3554"/>
                    <a:pt x="4941" y="2470"/>
                  </a:cubicBezTo>
                  <a:cubicBezTo>
                    <a:pt x="4941" y="1107"/>
                    <a:pt x="3834" y="0"/>
                    <a:pt x="2471" y="0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2526434" y="6068777"/>
              <a:ext cx="99156" cy="561722"/>
            </a:xfrm>
            <a:custGeom>
              <a:avLst/>
              <a:gdLst/>
              <a:ahLst/>
              <a:cxnLst/>
              <a:rect l="l" t="t" r="r" b="b"/>
              <a:pathLst>
                <a:path w="13404" h="75934" extrusionOk="0">
                  <a:moveTo>
                    <a:pt x="10134" y="1599"/>
                  </a:moveTo>
                  <a:cubicBezTo>
                    <a:pt x="11056" y="1599"/>
                    <a:pt x="11805" y="2348"/>
                    <a:pt x="11805" y="3270"/>
                  </a:cubicBezTo>
                  <a:cubicBezTo>
                    <a:pt x="11805" y="4193"/>
                    <a:pt x="11056" y="4942"/>
                    <a:pt x="10134" y="4942"/>
                  </a:cubicBezTo>
                  <a:cubicBezTo>
                    <a:pt x="9214" y="4942"/>
                    <a:pt x="8463" y="4193"/>
                    <a:pt x="8463" y="3270"/>
                  </a:cubicBezTo>
                  <a:cubicBezTo>
                    <a:pt x="8463" y="2348"/>
                    <a:pt x="9214" y="1599"/>
                    <a:pt x="10134" y="1599"/>
                  </a:cubicBezTo>
                  <a:close/>
                  <a:moveTo>
                    <a:pt x="10134" y="1"/>
                  </a:moveTo>
                  <a:cubicBezTo>
                    <a:pt x="8332" y="1"/>
                    <a:pt x="6865" y="1466"/>
                    <a:pt x="6865" y="3270"/>
                  </a:cubicBezTo>
                  <a:cubicBezTo>
                    <a:pt x="6865" y="4796"/>
                    <a:pt x="7919" y="6070"/>
                    <a:pt x="9335" y="6430"/>
                  </a:cubicBezTo>
                  <a:lnTo>
                    <a:pt x="9335" y="55272"/>
                  </a:lnTo>
                  <a:lnTo>
                    <a:pt x="1" y="64606"/>
                  </a:lnTo>
                  <a:lnTo>
                    <a:pt x="1" y="75136"/>
                  </a:lnTo>
                  <a:cubicBezTo>
                    <a:pt x="1" y="75575"/>
                    <a:pt x="359" y="75933"/>
                    <a:pt x="801" y="75933"/>
                  </a:cubicBezTo>
                  <a:cubicBezTo>
                    <a:pt x="1242" y="75933"/>
                    <a:pt x="1600" y="75575"/>
                    <a:pt x="1600" y="75135"/>
                  </a:cubicBezTo>
                  <a:lnTo>
                    <a:pt x="1600" y="65268"/>
                  </a:lnTo>
                  <a:lnTo>
                    <a:pt x="10933" y="55934"/>
                  </a:lnTo>
                  <a:lnTo>
                    <a:pt x="10933" y="6430"/>
                  </a:lnTo>
                  <a:cubicBezTo>
                    <a:pt x="12349" y="6072"/>
                    <a:pt x="13403" y="4796"/>
                    <a:pt x="13403" y="3270"/>
                  </a:cubicBezTo>
                  <a:cubicBezTo>
                    <a:pt x="13403" y="1466"/>
                    <a:pt x="11938" y="1"/>
                    <a:pt x="10134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-789299" y="6221219"/>
              <a:ext cx="131602" cy="413853"/>
            </a:xfrm>
            <a:custGeom>
              <a:avLst/>
              <a:gdLst/>
              <a:ahLst/>
              <a:cxnLst/>
              <a:rect l="l" t="t" r="r" b="b"/>
              <a:pathLst>
                <a:path w="17790" h="55945" extrusionOk="0">
                  <a:moveTo>
                    <a:pt x="3269" y="1597"/>
                  </a:moveTo>
                  <a:cubicBezTo>
                    <a:pt x="4190" y="1597"/>
                    <a:pt x="4940" y="2347"/>
                    <a:pt x="4940" y="3270"/>
                  </a:cubicBezTo>
                  <a:cubicBezTo>
                    <a:pt x="4940" y="4193"/>
                    <a:pt x="4190" y="4943"/>
                    <a:pt x="3269" y="4943"/>
                  </a:cubicBezTo>
                  <a:cubicBezTo>
                    <a:pt x="2348" y="4943"/>
                    <a:pt x="1598" y="4193"/>
                    <a:pt x="1598" y="3270"/>
                  </a:cubicBezTo>
                  <a:cubicBezTo>
                    <a:pt x="1598" y="2347"/>
                    <a:pt x="2348" y="1597"/>
                    <a:pt x="3269" y="1597"/>
                  </a:cubicBezTo>
                  <a:close/>
                  <a:moveTo>
                    <a:pt x="3269" y="1"/>
                  </a:moveTo>
                  <a:cubicBezTo>
                    <a:pt x="1465" y="1"/>
                    <a:pt x="0" y="1467"/>
                    <a:pt x="0" y="3270"/>
                  </a:cubicBezTo>
                  <a:cubicBezTo>
                    <a:pt x="0" y="4796"/>
                    <a:pt x="1055" y="6070"/>
                    <a:pt x="2470" y="6430"/>
                  </a:cubicBezTo>
                  <a:lnTo>
                    <a:pt x="2470" y="26715"/>
                  </a:lnTo>
                  <a:lnTo>
                    <a:pt x="16191" y="40437"/>
                  </a:lnTo>
                  <a:lnTo>
                    <a:pt x="16191" y="55145"/>
                  </a:lnTo>
                  <a:cubicBezTo>
                    <a:pt x="16191" y="55586"/>
                    <a:pt x="16550" y="55944"/>
                    <a:pt x="16990" y="55944"/>
                  </a:cubicBezTo>
                  <a:cubicBezTo>
                    <a:pt x="17432" y="55944"/>
                    <a:pt x="17789" y="55586"/>
                    <a:pt x="17789" y="55145"/>
                  </a:cubicBezTo>
                  <a:lnTo>
                    <a:pt x="17789" y="39774"/>
                  </a:lnTo>
                  <a:lnTo>
                    <a:pt x="4068" y="26051"/>
                  </a:lnTo>
                  <a:lnTo>
                    <a:pt x="4068" y="6430"/>
                  </a:lnTo>
                  <a:cubicBezTo>
                    <a:pt x="5484" y="6072"/>
                    <a:pt x="6538" y="4796"/>
                    <a:pt x="6538" y="3270"/>
                  </a:cubicBezTo>
                  <a:cubicBezTo>
                    <a:pt x="6538" y="1467"/>
                    <a:pt x="5072" y="1"/>
                    <a:pt x="3269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-679488" y="6170101"/>
              <a:ext cx="69500" cy="248845"/>
            </a:xfrm>
            <a:custGeom>
              <a:avLst/>
              <a:gdLst/>
              <a:ahLst/>
              <a:cxnLst/>
              <a:rect l="l" t="t" r="r" b="b"/>
              <a:pathLst>
                <a:path w="9395" h="33639" extrusionOk="0">
                  <a:moveTo>
                    <a:pt x="6924" y="0"/>
                  </a:moveTo>
                  <a:cubicBezTo>
                    <a:pt x="5561" y="0"/>
                    <a:pt x="4454" y="1107"/>
                    <a:pt x="4454" y="2470"/>
                  </a:cubicBezTo>
                  <a:cubicBezTo>
                    <a:pt x="4454" y="3553"/>
                    <a:pt x="5157" y="4463"/>
                    <a:pt x="6127" y="4798"/>
                  </a:cubicBezTo>
                  <a:lnTo>
                    <a:pt x="6127" y="26387"/>
                  </a:lnTo>
                  <a:lnTo>
                    <a:pt x="3552" y="28958"/>
                  </a:lnTo>
                  <a:cubicBezTo>
                    <a:pt x="3225" y="28798"/>
                    <a:pt x="2861" y="28699"/>
                    <a:pt x="2471" y="28699"/>
                  </a:cubicBezTo>
                  <a:cubicBezTo>
                    <a:pt x="1108" y="28699"/>
                    <a:pt x="1" y="29805"/>
                    <a:pt x="1" y="31169"/>
                  </a:cubicBezTo>
                  <a:cubicBezTo>
                    <a:pt x="1" y="32534"/>
                    <a:pt x="1108" y="33639"/>
                    <a:pt x="2471" y="33639"/>
                  </a:cubicBezTo>
                  <a:cubicBezTo>
                    <a:pt x="3835" y="33639"/>
                    <a:pt x="4941" y="32534"/>
                    <a:pt x="4941" y="31169"/>
                  </a:cubicBezTo>
                  <a:cubicBezTo>
                    <a:pt x="4941" y="30779"/>
                    <a:pt x="4842" y="30417"/>
                    <a:pt x="4681" y="30088"/>
                  </a:cubicBezTo>
                  <a:lnTo>
                    <a:pt x="7723" y="27046"/>
                  </a:lnTo>
                  <a:lnTo>
                    <a:pt x="7723" y="4798"/>
                  </a:lnTo>
                  <a:cubicBezTo>
                    <a:pt x="8694" y="4463"/>
                    <a:pt x="9394" y="3553"/>
                    <a:pt x="9394" y="2470"/>
                  </a:cubicBezTo>
                  <a:cubicBezTo>
                    <a:pt x="9394" y="1107"/>
                    <a:pt x="8288" y="0"/>
                    <a:pt x="6924" y="0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 rot="5400000">
              <a:off x="6582052" y="1565730"/>
              <a:ext cx="111022" cy="616426"/>
            </a:xfrm>
            <a:custGeom>
              <a:avLst/>
              <a:gdLst/>
              <a:ahLst/>
              <a:cxnLst/>
              <a:rect l="l" t="t" r="r" b="b"/>
              <a:pathLst>
                <a:path w="15008" h="83329" extrusionOk="0">
                  <a:moveTo>
                    <a:pt x="11298" y="1"/>
                  </a:moveTo>
                  <a:cubicBezTo>
                    <a:pt x="9933" y="1"/>
                    <a:pt x="8828" y="1107"/>
                    <a:pt x="8828" y="2471"/>
                  </a:cubicBezTo>
                  <a:cubicBezTo>
                    <a:pt x="8828" y="2886"/>
                    <a:pt x="8941" y="3270"/>
                    <a:pt x="9120" y="3614"/>
                  </a:cubicBezTo>
                  <a:lnTo>
                    <a:pt x="1" y="12734"/>
                  </a:lnTo>
                  <a:lnTo>
                    <a:pt x="1" y="56329"/>
                  </a:lnTo>
                  <a:lnTo>
                    <a:pt x="13411" y="69741"/>
                  </a:lnTo>
                  <a:lnTo>
                    <a:pt x="13411" y="82529"/>
                  </a:lnTo>
                  <a:lnTo>
                    <a:pt x="13410" y="82529"/>
                  </a:lnTo>
                  <a:cubicBezTo>
                    <a:pt x="13410" y="82970"/>
                    <a:pt x="13768" y="83328"/>
                    <a:pt x="14209" y="83328"/>
                  </a:cubicBezTo>
                  <a:cubicBezTo>
                    <a:pt x="14651" y="83328"/>
                    <a:pt x="15008" y="82970"/>
                    <a:pt x="15008" y="82529"/>
                  </a:cubicBezTo>
                  <a:lnTo>
                    <a:pt x="15008" y="69078"/>
                  </a:lnTo>
                  <a:lnTo>
                    <a:pt x="1597" y="55666"/>
                  </a:lnTo>
                  <a:lnTo>
                    <a:pt x="1597" y="13396"/>
                  </a:lnTo>
                  <a:lnTo>
                    <a:pt x="10278" y="4715"/>
                  </a:lnTo>
                  <a:cubicBezTo>
                    <a:pt x="10591" y="4856"/>
                    <a:pt x="10933" y="4941"/>
                    <a:pt x="11298" y="4941"/>
                  </a:cubicBezTo>
                  <a:cubicBezTo>
                    <a:pt x="12662" y="4941"/>
                    <a:pt x="13768" y="3834"/>
                    <a:pt x="13768" y="2471"/>
                  </a:cubicBezTo>
                  <a:cubicBezTo>
                    <a:pt x="13768" y="1107"/>
                    <a:pt x="12662" y="1"/>
                    <a:pt x="11298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 rot="5400000">
              <a:off x="6784329" y="1447846"/>
              <a:ext cx="109971" cy="464422"/>
            </a:xfrm>
            <a:custGeom>
              <a:avLst/>
              <a:gdLst/>
              <a:ahLst/>
              <a:cxnLst/>
              <a:rect l="l" t="t" r="r" b="b"/>
              <a:pathLst>
                <a:path w="14866" h="62781" extrusionOk="0">
                  <a:moveTo>
                    <a:pt x="3270" y="1596"/>
                  </a:moveTo>
                  <a:cubicBezTo>
                    <a:pt x="4191" y="1596"/>
                    <a:pt x="4941" y="2347"/>
                    <a:pt x="4941" y="3269"/>
                  </a:cubicBezTo>
                  <a:cubicBezTo>
                    <a:pt x="4941" y="4191"/>
                    <a:pt x="4191" y="4940"/>
                    <a:pt x="3270" y="4940"/>
                  </a:cubicBezTo>
                  <a:cubicBezTo>
                    <a:pt x="2349" y="4940"/>
                    <a:pt x="1600" y="4191"/>
                    <a:pt x="1600" y="3269"/>
                  </a:cubicBezTo>
                  <a:cubicBezTo>
                    <a:pt x="1597" y="2347"/>
                    <a:pt x="2348" y="1596"/>
                    <a:pt x="3270" y="1596"/>
                  </a:cubicBezTo>
                  <a:close/>
                  <a:moveTo>
                    <a:pt x="4479" y="57837"/>
                  </a:moveTo>
                  <a:cubicBezTo>
                    <a:pt x="5401" y="57837"/>
                    <a:pt x="6152" y="58588"/>
                    <a:pt x="6152" y="59509"/>
                  </a:cubicBezTo>
                  <a:cubicBezTo>
                    <a:pt x="6153" y="60432"/>
                    <a:pt x="5401" y="61181"/>
                    <a:pt x="4479" y="61181"/>
                  </a:cubicBezTo>
                  <a:cubicBezTo>
                    <a:pt x="3558" y="61181"/>
                    <a:pt x="2808" y="60432"/>
                    <a:pt x="2808" y="59509"/>
                  </a:cubicBezTo>
                  <a:cubicBezTo>
                    <a:pt x="2808" y="58588"/>
                    <a:pt x="3558" y="57837"/>
                    <a:pt x="4479" y="57837"/>
                  </a:cubicBezTo>
                  <a:close/>
                  <a:moveTo>
                    <a:pt x="3270" y="0"/>
                  </a:moveTo>
                  <a:cubicBezTo>
                    <a:pt x="1467" y="0"/>
                    <a:pt x="1" y="1467"/>
                    <a:pt x="1" y="3269"/>
                  </a:cubicBezTo>
                  <a:cubicBezTo>
                    <a:pt x="1" y="5073"/>
                    <a:pt x="1467" y="6537"/>
                    <a:pt x="3270" y="6537"/>
                  </a:cubicBezTo>
                  <a:cubicBezTo>
                    <a:pt x="3867" y="6537"/>
                    <a:pt x="4419" y="6364"/>
                    <a:pt x="4900" y="6084"/>
                  </a:cubicBezTo>
                  <a:lnTo>
                    <a:pt x="13267" y="14451"/>
                  </a:lnTo>
                  <a:lnTo>
                    <a:pt x="13267" y="49641"/>
                  </a:lnTo>
                  <a:lnTo>
                    <a:pt x="6177" y="56729"/>
                  </a:lnTo>
                  <a:cubicBezTo>
                    <a:pt x="5682" y="56424"/>
                    <a:pt x="5103" y="56241"/>
                    <a:pt x="4479" y="56241"/>
                  </a:cubicBezTo>
                  <a:cubicBezTo>
                    <a:pt x="2675" y="56241"/>
                    <a:pt x="1209" y="57708"/>
                    <a:pt x="1209" y="59510"/>
                  </a:cubicBezTo>
                  <a:cubicBezTo>
                    <a:pt x="1209" y="61314"/>
                    <a:pt x="2675" y="62780"/>
                    <a:pt x="4479" y="62780"/>
                  </a:cubicBezTo>
                  <a:cubicBezTo>
                    <a:pt x="6282" y="62780"/>
                    <a:pt x="7750" y="61314"/>
                    <a:pt x="7750" y="59510"/>
                  </a:cubicBezTo>
                  <a:cubicBezTo>
                    <a:pt x="7750" y="58913"/>
                    <a:pt x="7578" y="58358"/>
                    <a:pt x="7295" y="57876"/>
                  </a:cubicBezTo>
                  <a:lnTo>
                    <a:pt x="14865" y="50304"/>
                  </a:lnTo>
                  <a:lnTo>
                    <a:pt x="14865" y="13789"/>
                  </a:lnTo>
                  <a:lnTo>
                    <a:pt x="6049" y="4970"/>
                  </a:lnTo>
                  <a:cubicBezTo>
                    <a:pt x="6354" y="4473"/>
                    <a:pt x="6540" y="3894"/>
                    <a:pt x="6540" y="3269"/>
                  </a:cubicBezTo>
                  <a:cubicBezTo>
                    <a:pt x="6540" y="1467"/>
                    <a:pt x="5074" y="0"/>
                    <a:pt x="3270" y="0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-1439001" y="6224518"/>
              <a:ext cx="650277" cy="407262"/>
            </a:xfrm>
            <a:custGeom>
              <a:avLst/>
              <a:gdLst/>
              <a:ahLst/>
              <a:cxnLst/>
              <a:rect l="l" t="t" r="r" b="b"/>
              <a:pathLst>
                <a:path w="87905" h="55054" extrusionOk="0">
                  <a:moveTo>
                    <a:pt x="3272" y="1596"/>
                  </a:moveTo>
                  <a:cubicBezTo>
                    <a:pt x="4193" y="1596"/>
                    <a:pt x="4944" y="2347"/>
                    <a:pt x="4944" y="3269"/>
                  </a:cubicBezTo>
                  <a:cubicBezTo>
                    <a:pt x="4944" y="4192"/>
                    <a:pt x="4193" y="4941"/>
                    <a:pt x="3272" y="4941"/>
                  </a:cubicBezTo>
                  <a:cubicBezTo>
                    <a:pt x="2349" y="4941"/>
                    <a:pt x="1600" y="4192"/>
                    <a:pt x="1600" y="3269"/>
                  </a:cubicBezTo>
                  <a:cubicBezTo>
                    <a:pt x="1600" y="2347"/>
                    <a:pt x="2349" y="1596"/>
                    <a:pt x="3272" y="1596"/>
                  </a:cubicBezTo>
                  <a:close/>
                  <a:moveTo>
                    <a:pt x="3272" y="1"/>
                  </a:moveTo>
                  <a:cubicBezTo>
                    <a:pt x="1470" y="1"/>
                    <a:pt x="1" y="1467"/>
                    <a:pt x="1" y="3271"/>
                  </a:cubicBezTo>
                  <a:cubicBezTo>
                    <a:pt x="3" y="5072"/>
                    <a:pt x="1470" y="6538"/>
                    <a:pt x="3272" y="6538"/>
                  </a:cubicBezTo>
                  <a:cubicBezTo>
                    <a:pt x="4798" y="6538"/>
                    <a:pt x="6073" y="5483"/>
                    <a:pt x="6430" y="4067"/>
                  </a:cubicBezTo>
                  <a:lnTo>
                    <a:pt x="25437" y="4067"/>
                  </a:lnTo>
                  <a:lnTo>
                    <a:pt x="44217" y="22846"/>
                  </a:lnTo>
                  <a:lnTo>
                    <a:pt x="44217" y="38449"/>
                  </a:lnTo>
                  <a:lnTo>
                    <a:pt x="70094" y="38449"/>
                  </a:lnTo>
                  <a:lnTo>
                    <a:pt x="86465" y="54821"/>
                  </a:lnTo>
                  <a:cubicBezTo>
                    <a:pt x="86620" y="54976"/>
                    <a:pt x="86826" y="55053"/>
                    <a:pt x="87029" y="55053"/>
                  </a:cubicBezTo>
                  <a:cubicBezTo>
                    <a:pt x="87232" y="55053"/>
                    <a:pt x="87438" y="54976"/>
                    <a:pt x="87594" y="54821"/>
                  </a:cubicBezTo>
                  <a:cubicBezTo>
                    <a:pt x="87904" y="54509"/>
                    <a:pt x="87904" y="54002"/>
                    <a:pt x="87594" y="53689"/>
                  </a:cubicBezTo>
                  <a:lnTo>
                    <a:pt x="70755" y="36852"/>
                  </a:lnTo>
                  <a:lnTo>
                    <a:pt x="45813" y="36852"/>
                  </a:lnTo>
                  <a:lnTo>
                    <a:pt x="45813" y="22184"/>
                  </a:lnTo>
                  <a:lnTo>
                    <a:pt x="26333" y="2704"/>
                  </a:lnTo>
                  <a:lnTo>
                    <a:pt x="26098" y="2471"/>
                  </a:lnTo>
                  <a:lnTo>
                    <a:pt x="6430" y="2471"/>
                  </a:lnTo>
                  <a:cubicBezTo>
                    <a:pt x="6073" y="1057"/>
                    <a:pt x="4798" y="1"/>
                    <a:pt x="3272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6031024" y="6238708"/>
              <a:ext cx="645846" cy="111650"/>
            </a:xfrm>
            <a:custGeom>
              <a:avLst/>
              <a:gdLst/>
              <a:ahLst/>
              <a:cxnLst/>
              <a:rect l="l" t="t" r="r" b="b"/>
              <a:pathLst>
                <a:path w="87306" h="15093" extrusionOk="0">
                  <a:moveTo>
                    <a:pt x="3271" y="10152"/>
                  </a:moveTo>
                  <a:cubicBezTo>
                    <a:pt x="4193" y="10152"/>
                    <a:pt x="4944" y="10901"/>
                    <a:pt x="4944" y="11822"/>
                  </a:cubicBezTo>
                  <a:cubicBezTo>
                    <a:pt x="4944" y="12745"/>
                    <a:pt x="4193" y="13494"/>
                    <a:pt x="3271" y="13494"/>
                  </a:cubicBezTo>
                  <a:cubicBezTo>
                    <a:pt x="2349" y="13494"/>
                    <a:pt x="1600" y="12745"/>
                    <a:pt x="1600" y="11822"/>
                  </a:cubicBezTo>
                  <a:cubicBezTo>
                    <a:pt x="1598" y="10901"/>
                    <a:pt x="2348" y="10152"/>
                    <a:pt x="3271" y="10152"/>
                  </a:cubicBezTo>
                  <a:close/>
                  <a:moveTo>
                    <a:pt x="54240" y="0"/>
                  </a:moveTo>
                  <a:lnTo>
                    <a:pt x="43041" y="11199"/>
                  </a:lnTo>
                  <a:lnTo>
                    <a:pt x="6476" y="11199"/>
                  </a:lnTo>
                  <a:cubicBezTo>
                    <a:pt x="6183" y="9695"/>
                    <a:pt x="4859" y="8554"/>
                    <a:pt x="3271" y="8554"/>
                  </a:cubicBezTo>
                  <a:cubicBezTo>
                    <a:pt x="1467" y="8554"/>
                    <a:pt x="0" y="10021"/>
                    <a:pt x="0" y="11825"/>
                  </a:cubicBezTo>
                  <a:cubicBezTo>
                    <a:pt x="0" y="13626"/>
                    <a:pt x="1467" y="15092"/>
                    <a:pt x="3271" y="15092"/>
                  </a:cubicBezTo>
                  <a:cubicBezTo>
                    <a:pt x="4732" y="15092"/>
                    <a:pt x="5957" y="14121"/>
                    <a:pt x="6376" y="12796"/>
                  </a:cubicBezTo>
                  <a:lnTo>
                    <a:pt x="43703" y="12796"/>
                  </a:lnTo>
                  <a:lnTo>
                    <a:pt x="54901" y="1598"/>
                  </a:lnTo>
                  <a:lnTo>
                    <a:pt x="74203" y="1598"/>
                  </a:lnTo>
                  <a:lnTo>
                    <a:pt x="85866" y="13261"/>
                  </a:lnTo>
                  <a:cubicBezTo>
                    <a:pt x="86021" y="13417"/>
                    <a:pt x="86227" y="13494"/>
                    <a:pt x="86430" y="13494"/>
                  </a:cubicBezTo>
                  <a:cubicBezTo>
                    <a:pt x="86635" y="13494"/>
                    <a:pt x="86840" y="13417"/>
                    <a:pt x="86995" y="13261"/>
                  </a:cubicBezTo>
                  <a:cubicBezTo>
                    <a:pt x="87306" y="12950"/>
                    <a:pt x="87306" y="12443"/>
                    <a:pt x="86995" y="12131"/>
                  </a:cubicBezTo>
                  <a:lnTo>
                    <a:pt x="74863" y="0"/>
                  </a:ln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 rot="5400000">
              <a:off x="-1899885" y="1832974"/>
              <a:ext cx="374195" cy="396217"/>
            </a:xfrm>
            <a:custGeom>
              <a:avLst/>
              <a:gdLst/>
              <a:ahLst/>
              <a:cxnLst/>
              <a:rect l="l" t="t" r="r" b="b"/>
              <a:pathLst>
                <a:path w="50584" h="53561" extrusionOk="0">
                  <a:moveTo>
                    <a:pt x="2472" y="0"/>
                  </a:moveTo>
                  <a:cubicBezTo>
                    <a:pt x="1108" y="0"/>
                    <a:pt x="1" y="1105"/>
                    <a:pt x="1" y="2470"/>
                  </a:cubicBezTo>
                  <a:cubicBezTo>
                    <a:pt x="0" y="3553"/>
                    <a:pt x="703" y="4463"/>
                    <a:pt x="1673" y="4796"/>
                  </a:cubicBezTo>
                  <a:lnTo>
                    <a:pt x="1673" y="25253"/>
                  </a:lnTo>
                  <a:lnTo>
                    <a:pt x="17813" y="41392"/>
                  </a:lnTo>
                  <a:lnTo>
                    <a:pt x="37208" y="41392"/>
                  </a:lnTo>
                  <a:lnTo>
                    <a:pt x="49144" y="53328"/>
                  </a:lnTo>
                  <a:cubicBezTo>
                    <a:pt x="49299" y="53483"/>
                    <a:pt x="49505" y="53561"/>
                    <a:pt x="49709" y="53561"/>
                  </a:cubicBezTo>
                  <a:cubicBezTo>
                    <a:pt x="49913" y="53561"/>
                    <a:pt x="50118" y="53483"/>
                    <a:pt x="50273" y="53328"/>
                  </a:cubicBezTo>
                  <a:cubicBezTo>
                    <a:pt x="50584" y="53016"/>
                    <a:pt x="50584" y="52509"/>
                    <a:pt x="50273" y="52197"/>
                  </a:cubicBezTo>
                  <a:lnTo>
                    <a:pt x="37869" y="39794"/>
                  </a:lnTo>
                  <a:lnTo>
                    <a:pt x="18474" y="39794"/>
                  </a:lnTo>
                  <a:lnTo>
                    <a:pt x="3269" y="24591"/>
                  </a:lnTo>
                  <a:lnTo>
                    <a:pt x="3269" y="4796"/>
                  </a:lnTo>
                  <a:cubicBezTo>
                    <a:pt x="4240" y="4463"/>
                    <a:pt x="4942" y="3553"/>
                    <a:pt x="4942" y="2470"/>
                  </a:cubicBezTo>
                  <a:cubicBezTo>
                    <a:pt x="4942" y="1105"/>
                    <a:pt x="3836" y="0"/>
                    <a:pt x="2472" y="0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-1601897" y="1735042"/>
              <a:ext cx="365022" cy="120846"/>
            </a:xfrm>
            <a:custGeom>
              <a:avLst/>
              <a:gdLst/>
              <a:ahLst/>
              <a:cxnLst/>
              <a:rect l="l" t="t" r="r" b="b"/>
              <a:pathLst>
                <a:path w="49344" h="16336" extrusionOk="0">
                  <a:moveTo>
                    <a:pt x="2471" y="1"/>
                  </a:moveTo>
                  <a:cubicBezTo>
                    <a:pt x="1108" y="1"/>
                    <a:pt x="1" y="1107"/>
                    <a:pt x="1" y="2471"/>
                  </a:cubicBezTo>
                  <a:cubicBezTo>
                    <a:pt x="1" y="3836"/>
                    <a:pt x="1108" y="4944"/>
                    <a:pt x="2471" y="4944"/>
                  </a:cubicBezTo>
                  <a:cubicBezTo>
                    <a:pt x="3555" y="4944"/>
                    <a:pt x="4466" y="4241"/>
                    <a:pt x="4799" y="3271"/>
                  </a:cubicBezTo>
                  <a:lnTo>
                    <a:pt x="16191" y="3271"/>
                  </a:lnTo>
                  <a:lnTo>
                    <a:pt x="27586" y="14665"/>
                  </a:lnTo>
                  <a:lnTo>
                    <a:pt x="44546" y="14665"/>
                  </a:lnTo>
                  <a:cubicBezTo>
                    <a:pt x="44879" y="15636"/>
                    <a:pt x="45790" y="16336"/>
                    <a:pt x="46874" y="16336"/>
                  </a:cubicBezTo>
                  <a:cubicBezTo>
                    <a:pt x="48237" y="16336"/>
                    <a:pt x="49344" y="15229"/>
                    <a:pt x="49344" y="13866"/>
                  </a:cubicBezTo>
                  <a:cubicBezTo>
                    <a:pt x="49344" y="12502"/>
                    <a:pt x="48237" y="11396"/>
                    <a:pt x="46874" y="11396"/>
                  </a:cubicBezTo>
                  <a:cubicBezTo>
                    <a:pt x="45790" y="11396"/>
                    <a:pt x="44879" y="12098"/>
                    <a:pt x="44546" y="13068"/>
                  </a:cubicBezTo>
                  <a:lnTo>
                    <a:pt x="28245" y="13068"/>
                  </a:lnTo>
                  <a:lnTo>
                    <a:pt x="16851" y="1675"/>
                  </a:lnTo>
                  <a:lnTo>
                    <a:pt x="4799" y="1675"/>
                  </a:lnTo>
                  <a:cubicBezTo>
                    <a:pt x="4466" y="703"/>
                    <a:pt x="3555" y="1"/>
                    <a:pt x="2471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2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2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2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5" name="Google Shape;385;p28"/>
          <p:cNvGrpSpPr/>
          <p:nvPr/>
        </p:nvGrpSpPr>
        <p:grpSpPr>
          <a:xfrm>
            <a:off x="4" y="133497"/>
            <a:ext cx="8982422" cy="5010000"/>
            <a:chOff x="-1910896" y="1625072"/>
            <a:chExt cx="8982422" cy="5010000"/>
          </a:xfrm>
        </p:grpSpPr>
        <p:sp>
          <p:nvSpPr>
            <p:cNvPr id="386" name="Google Shape;386;p28"/>
            <p:cNvSpPr/>
            <p:nvPr/>
          </p:nvSpPr>
          <p:spPr>
            <a:xfrm>
              <a:off x="2655058" y="6271185"/>
              <a:ext cx="110918" cy="319890"/>
            </a:xfrm>
            <a:custGeom>
              <a:avLst/>
              <a:gdLst/>
              <a:ahLst/>
              <a:cxnLst/>
              <a:rect l="l" t="t" r="r" b="b"/>
              <a:pathLst>
                <a:path w="14994" h="43243" extrusionOk="0">
                  <a:moveTo>
                    <a:pt x="2471" y="0"/>
                  </a:moveTo>
                  <a:cubicBezTo>
                    <a:pt x="1106" y="0"/>
                    <a:pt x="1" y="1107"/>
                    <a:pt x="1" y="2470"/>
                  </a:cubicBezTo>
                  <a:cubicBezTo>
                    <a:pt x="1" y="3554"/>
                    <a:pt x="702" y="4465"/>
                    <a:pt x="1673" y="4798"/>
                  </a:cubicBezTo>
                  <a:lnTo>
                    <a:pt x="1673" y="12610"/>
                  </a:lnTo>
                  <a:lnTo>
                    <a:pt x="13396" y="24337"/>
                  </a:lnTo>
                  <a:lnTo>
                    <a:pt x="13396" y="42442"/>
                  </a:lnTo>
                  <a:cubicBezTo>
                    <a:pt x="13396" y="42884"/>
                    <a:pt x="13753" y="43243"/>
                    <a:pt x="14195" y="43243"/>
                  </a:cubicBezTo>
                  <a:cubicBezTo>
                    <a:pt x="14635" y="43243"/>
                    <a:pt x="14994" y="42884"/>
                    <a:pt x="14994" y="42442"/>
                  </a:cubicBezTo>
                  <a:lnTo>
                    <a:pt x="14994" y="23675"/>
                  </a:lnTo>
                  <a:lnTo>
                    <a:pt x="3268" y="11948"/>
                  </a:lnTo>
                  <a:lnTo>
                    <a:pt x="3268" y="4798"/>
                  </a:lnTo>
                  <a:cubicBezTo>
                    <a:pt x="4238" y="4465"/>
                    <a:pt x="4941" y="3554"/>
                    <a:pt x="4941" y="2470"/>
                  </a:cubicBezTo>
                  <a:cubicBezTo>
                    <a:pt x="4941" y="1107"/>
                    <a:pt x="3834" y="0"/>
                    <a:pt x="2471" y="0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8"/>
            <p:cNvSpPr/>
            <p:nvPr/>
          </p:nvSpPr>
          <p:spPr>
            <a:xfrm>
              <a:off x="2526434" y="6068777"/>
              <a:ext cx="99156" cy="561722"/>
            </a:xfrm>
            <a:custGeom>
              <a:avLst/>
              <a:gdLst/>
              <a:ahLst/>
              <a:cxnLst/>
              <a:rect l="l" t="t" r="r" b="b"/>
              <a:pathLst>
                <a:path w="13404" h="75934" extrusionOk="0">
                  <a:moveTo>
                    <a:pt x="10134" y="1599"/>
                  </a:moveTo>
                  <a:cubicBezTo>
                    <a:pt x="11056" y="1599"/>
                    <a:pt x="11805" y="2348"/>
                    <a:pt x="11805" y="3270"/>
                  </a:cubicBezTo>
                  <a:cubicBezTo>
                    <a:pt x="11805" y="4193"/>
                    <a:pt x="11056" y="4942"/>
                    <a:pt x="10134" y="4942"/>
                  </a:cubicBezTo>
                  <a:cubicBezTo>
                    <a:pt x="9214" y="4942"/>
                    <a:pt x="8463" y="4193"/>
                    <a:pt x="8463" y="3270"/>
                  </a:cubicBezTo>
                  <a:cubicBezTo>
                    <a:pt x="8463" y="2348"/>
                    <a:pt x="9214" y="1599"/>
                    <a:pt x="10134" y="1599"/>
                  </a:cubicBezTo>
                  <a:close/>
                  <a:moveTo>
                    <a:pt x="10134" y="1"/>
                  </a:moveTo>
                  <a:cubicBezTo>
                    <a:pt x="8332" y="1"/>
                    <a:pt x="6865" y="1466"/>
                    <a:pt x="6865" y="3270"/>
                  </a:cubicBezTo>
                  <a:cubicBezTo>
                    <a:pt x="6865" y="4796"/>
                    <a:pt x="7919" y="6070"/>
                    <a:pt x="9335" y="6430"/>
                  </a:cubicBezTo>
                  <a:lnTo>
                    <a:pt x="9335" y="55272"/>
                  </a:lnTo>
                  <a:lnTo>
                    <a:pt x="1" y="64606"/>
                  </a:lnTo>
                  <a:lnTo>
                    <a:pt x="1" y="75136"/>
                  </a:lnTo>
                  <a:cubicBezTo>
                    <a:pt x="1" y="75575"/>
                    <a:pt x="359" y="75933"/>
                    <a:pt x="801" y="75933"/>
                  </a:cubicBezTo>
                  <a:cubicBezTo>
                    <a:pt x="1242" y="75933"/>
                    <a:pt x="1600" y="75575"/>
                    <a:pt x="1600" y="75135"/>
                  </a:cubicBezTo>
                  <a:lnTo>
                    <a:pt x="1600" y="65268"/>
                  </a:lnTo>
                  <a:lnTo>
                    <a:pt x="10933" y="55934"/>
                  </a:lnTo>
                  <a:lnTo>
                    <a:pt x="10933" y="6430"/>
                  </a:lnTo>
                  <a:cubicBezTo>
                    <a:pt x="12349" y="6072"/>
                    <a:pt x="13403" y="4796"/>
                    <a:pt x="13403" y="3270"/>
                  </a:cubicBezTo>
                  <a:cubicBezTo>
                    <a:pt x="13403" y="1466"/>
                    <a:pt x="11938" y="1"/>
                    <a:pt x="10134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8"/>
            <p:cNvSpPr/>
            <p:nvPr/>
          </p:nvSpPr>
          <p:spPr>
            <a:xfrm>
              <a:off x="-789299" y="6221219"/>
              <a:ext cx="131602" cy="413853"/>
            </a:xfrm>
            <a:custGeom>
              <a:avLst/>
              <a:gdLst/>
              <a:ahLst/>
              <a:cxnLst/>
              <a:rect l="l" t="t" r="r" b="b"/>
              <a:pathLst>
                <a:path w="17790" h="55945" extrusionOk="0">
                  <a:moveTo>
                    <a:pt x="3269" y="1597"/>
                  </a:moveTo>
                  <a:cubicBezTo>
                    <a:pt x="4190" y="1597"/>
                    <a:pt x="4940" y="2347"/>
                    <a:pt x="4940" y="3270"/>
                  </a:cubicBezTo>
                  <a:cubicBezTo>
                    <a:pt x="4940" y="4193"/>
                    <a:pt x="4190" y="4943"/>
                    <a:pt x="3269" y="4943"/>
                  </a:cubicBezTo>
                  <a:cubicBezTo>
                    <a:pt x="2348" y="4943"/>
                    <a:pt x="1598" y="4193"/>
                    <a:pt x="1598" y="3270"/>
                  </a:cubicBezTo>
                  <a:cubicBezTo>
                    <a:pt x="1598" y="2347"/>
                    <a:pt x="2348" y="1597"/>
                    <a:pt x="3269" y="1597"/>
                  </a:cubicBezTo>
                  <a:close/>
                  <a:moveTo>
                    <a:pt x="3269" y="1"/>
                  </a:moveTo>
                  <a:cubicBezTo>
                    <a:pt x="1465" y="1"/>
                    <a:pt x="0" y="1467"/>
                    <a:pt x="0" y="3270"/>
                  </a:cubicBezTo>
                  <a:cubicBezTo>
                    <a:pt x="0" y="4796"/>
                    <a:pt x="1055" y="6070"/>
                    <a:pt x="2470" y="6430"/>
                  </a:cubicBezTo>
                  <a:lnTo>
                    <a:pt x="2470" y="26715"/>
                  </a:lnTo>
                  <a:lnTo>
                    <a:pt x="16191" y="40437"/>
                  </a:lnTo>
                  <a:lnTo>
                    <a:pt x="16191" y="55145"/>
                  </a:lnTo>
                  <a:cubicBezTo>
                    <a:pt x="16191" y="55586"/>
                    <a:pt x="16550" y="55944"/>
                    <a:pt x="16990" y="55944"/>
                  </a:cubicBezTo>
                  <a:cubicBezTo>
                    <a:pt x="17432" y="55944"/>
                    <a:pt x="17789" y="55586"/>
                    <a:pt x="17789" y="55145"/>
                  </a:cubicBezTo>
                  <a:lnTo>
                    <a:pt x="17789" y="39774"/>
                  </a:lnTo>
                  <a:lnTo>
                    <a:pt x="4068" y="26051"/>
                  </a:lnTo>
                  <a:lnTo>
                    <a:pt x="4068" y="6430"/>
                  </a:lnTo>
                  <a:cubicBezTo>
                    <a:pt x="5484" y="6072"/>
                    <a:pt x="6538" y="4796"/>
                    <a:pt x="6538" y="3270"/>
                  </a:cubicBezTo>
                  <a:cubicBezTo>
                    <a:pt x="6538" y="1467"/>
                    <a:pt x="5072" y="1"/>
                    <a:pt x="3269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8"/>
            <p:cNvSpPr/>
            <p:nvPr/>
          </p:nvSpPr>
          <p:spPr>
            <a:xfrm>
              <a:off x="-679488" y="6170101"/>
              <a:ext cx="69500" cy="248845"/>
            </a:xfrm>
            <a:custGeom>
              <a:avLst/>
              <a:gdLst/>
              <a:ahLst/>
              <a:cxnLst/>
              <a:rect l="l" t="t" r="r" b="b"/>
              <a:pathLst>
                <a:path w="9395" h="33639" extrusionOk="0">
                  <a:moveTo>
                    <a:pt x="6924" y="0"/>
                  </a:moveTo>
                  <a:cubicBezTo>
                    <a:pt x="5561" y="0"/>
                    <a:pt x="4454" y="1107"/>
                    <a:pt x="4454" y="2470"/>
                  </a:cubicBezTo>
                  <a:cubicBezTo>
                    <a:pt x="4454" y="3553"/>
                    <a:pt x="5157" y="4463"/>
                    <a:pt x="6127" y="4798"/>
                  </a:cubicBezTo>
                  <a:lnTo>
                    <a:pt x="6127" y="26387"/>
                  </a:lnTo>
                  <a:lnTo>
                    <a:pt x="3552" y="28958"/>
                  </a:lnTo>
                  <a:cubicBezTo>
                    <a:pt x="3225" y="28798"/>
                    <a:pt x="2861" y="28699"/>
                    <a:pt x="2471" y="28699"/>
                  </a:cubicBezTo>
                  <a:cubicBezTo>
                    <a:pt x="1108" y="28699"/>
                    <a:pt x="1" y="29805"/>
                    <a:pt x="1" y="31169"/>
                  </a:cubicBezTo>
                  <a:cubicBezTo>
                    <a:pt x="1" y="32534"/>
                    <a:pt x="1108" y="33639"/>
                    <a:pt x="2471" y="33639"/>
                  </a:cubicBezTo>
                  <a:cubicBezTo>
                    <a:pt x="3835" y="33639"/>
                    <a:pt x="4941" y="32534"/>
                    <a:pt x="4941" y="31169"/>
                  </a:cubicBezTo>
                  <a:cubicBezTo>
                    <a:pt x="4941" y="30779"/>
                    <a:pt x="4842" y="30417"/>
                    <a:pt x="4681" y="30088"/>
                  </a:cubicBezTo>
                  <a:lnTo>
                    <a:pt x="7723" y="27046"/>
                  </a:lnTo>
                  <a:lnTo>
                    <a:pt x="7723" y="4798"/>
                  </a:lnTo>
                  <a:cubicBezTo>
                    <a:pt x="8694" y="4463"/>
                    <a:pt x="9394" y="3553"/>
                    <a:pt x="9394" y="2470"/>
                  </a:cubicBezTo>
                  <a:cubicBezTo>
                    <a:pt x="9394" y="1107"/>
                    <a:pt x="8288" y="0"/>
                    <a:pt x="6924" y="0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8"/>
            <p:cNvSpPr/>
            <p:nvPr/>
          </p:nvSpPr>
          <p:spPr>
            <a:xfrm rot="5400000">
              <a:off x="6582052" y="1565730"/>
              <a:ext cx="111022" cy="616426"/>
            </a:xfrm>
            <a:custGeom>
              <a:avLst/>
              <a:gdLst/>
              <a:ahLst/>
              <a:cxnLst/>
              <a:rect l="l" t="t" r="r" b="b"/>
              <a:pathLst>
                <a:path w="15008" h="83329" extrusionOk="0">
                  <a:moveTo>
                    <a:pt x="11298" y="1"/>
                  </a:moveTo>
                  <a:cubicBezTo>
                    <a:pt x="9933" y="1"/>
                    <a:pt x="8828" y="1107"/>
                    <a:pt x="8828" y="2471"/>
                  </a:cubicBezTo>
                  <a:cubicBezTo>
                    <a:pt x="8828" y="2886"/>
                    <a:pt x="8941" y="3270"/>
                    <a:pt x="9120" y="3614"/>
                  </a:cubicBezTo>
                  <a:lnTo>
                    <a:pt x="1" y="12734"/>
                  </a:lnTo>
                  <a:lnTo>
                    <a:pt x="1" y="56329"/>
                  </a:lnTo>
                  <a:lnTo>
                    <a:pt x="13411" y="69741"/>
                  </a:lnTo>
                  <a:lnTo>
                    <a:pt x="13411" y="82529"/>
                  </a:lnTo>
                  <a:lnTo>
                    <a:pt x="13410" y="82529"/>
                  </a:lnTo>
                  <a:cubicBezTo>
                    <a:pt x="13410" y="82970"/>
                    <a:pt x="13768" y="83328"/>
                    <a:pt x="14209" y="83328"/>
                  </a:cubicBezTo>
                  <a:cubicBezTo>
                    <a:pt x="14651" y="83328"/>
                    <a:pt x="15008" y="82970"/>
                    <a:pt x="15008" y="82529"/>
                  </a:cubicBezTo>
                  <a:lnTo>
                    <a:pt x="15008" y="69078"/>
                  </a:lnTo>
                  <a:lnTo>
                    <a:pt x="1597" y="55666"/>
                  </a:lnTo>
                  <a:lnTo>
                    <a:pt x="1597" y="13396"/>
                  </a:lnTo>
                  <a:lnTo>
                    <a:pt x="10278" y="4715"/>
                  </a:lnTo>
                  <a:cubicBezTo>
                    <a:pt x="10591" y="4856"/>
                    <a:pt x="10933" y="4941"/>
                    <a:pt x="11298" y="4941"/>
                  </a:cubicBezTo>
                  <a:cubicBezTo>
                    <a:pt x="12662" y="4941"/>
                    <a:pt x="13768" y="3834"/>
                    <a:pt x="13768" y="2471"/>
                  </a:cubicBezTo>
                  <a:cubicBezTo>
                    <a:pt x="13768" y="1107"/>
                    <a:pt x="12662" y="1"/>
                    <a:pt x="11298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8"/>
            <p:cNvSpPr/>
            <p:nvPr/>
          </p:nvSpPr>
          <p:spPr>
            <a:xfrm rot="5400000">
              <a:off x="6784329" y="1447846"/>
              <a:ext cx="109971" cy="464422"/>
            </a:xfrm>
            <a:custGeom>
              <a:avLst/>
              <a:gdLst/>
              <a:ahLst/>
              <a:cxnLst/>
              <a:rect l="l" t="t" r="r" b="b"/>
              <a:pathLst>
                <a:path w="14866" h="62781" extrusionOk="0">
                  <a:moveTo>
                    <a:pt x="3270" y="1596"/>
                  </a:moveTo>
                  <a:cubicBezTo>
                    <a:pt x="4191" y="1596"/>
                    <a:pt x="4941" y="2347"/>
                    <a:pt x="4941" y="3269"/>
                  </a:cubicBezTo>
                  <a:cubicBezTo>
                    <a:pt x="4941" y="4191"/>
                    <a:pt x="4191" y="4940"/>
                    <a:pt x="3270" y="4940"/>
                  </a:cubicBezTo>
                  <a:cubicBezTo>
                    <a:pt x="2349" y="4940"/>
                    <a:pt x="1600" y="4191"/>
                    <a:pt x="1600" y="3269"/>
                  </a:cubicBezTo>
                  <a:cubicBezTo>
                    <a:pt x="1597" y="2347"/>
                    <a:pt x="2348" y="1596"/>
                    <a:pt x="3270" y="1596"/>
                  </a:cubicBezTo>
                  <a:close/>
                  <a:moveTo>
                    <a:pt x="4479" y="57837"/>
                  </a:moveTo>
                  <a:cubicBezTo>
                    <a:pt x="5401" y="57837"/>
                    <a:pt x="6152" y="58588"/>
                    <a:pt x="6152" y="59509"/>
                  </a:cubicBezTo>
                  <a:cubicBezTo>
                    <a:pt x="6153" y="60432"/>
                    <a:pt x="5401" y="61181"/>
                    <a:pt x="4479" y="61181"/>
                  </a:cubicBezTo>
                  <a:cubicBezTo>
                    <a:pt x="3558" y="61181"/>
                    <a:pt x="2808" y="60432"/>
                    <a:pt x="2808" y="59509"/>
                  </a:cubicBezTo>
                  <a:cubicBezTo>
                    <a:pt x="2808" y="58588"/>
                    <a:pt x="3558" y="57837"/>
                    <a:pt x="4479" y="57837"/>
                  </a:cubicBezTo>
                  <a:close/>
                  <a:moveTo>
                    <a:pt x="3270" y="0"/>
                  </a:moveTo>
                  <a:cubicBezTo>
                    <a:pt x="1467" y="0"/>
                    <a:pt x="1" y="1467"/>
                    <a:pt x="1" y="3269"/>
                  </a:cubicBezTo>
                  <a:cubicBezTo>
                    <a:pt x="1" y="5073"/>
                    <a:pt x="1467" y="6537"/>
                    <a:pt x="3270" y="6537"/>
                  </a:cubicBezTo>
                  <a:cubicBezTo>
                    <a:pt x="3867" y="6537"/>
                    <a:pt x="4419" y="6364"/>
                    <a:pt x="4900" y="6084"/>
                  </a:cubicBezTo>
                  <a:lnTo>
                    <a:pt x="13267" y="14451"/>
                  </a:lnTo>
                  <a:lnTo>
                    <a:pt x="13267" y="49641"/>
                  </a:lnTo>
                  <a:lnTo>
                    <a:pt x="6177" y="56729"/>
                  </a:lnTo>
                  <a:cubicBezTo>
                    <a:pt x="5682" y="56424"/>
                    <a:pt x="5103" y="56241"/>
                    <a:pt x="4479" y="56241"/>
                  </a:cubicBezTo>
                  <a:cubicBezTo>
                    <a:pt x="2675" y="56241"/>
                    <a:pt x="1209" y="57708"/>
                    <a:pt x="1209" y="59510"/>
                  </a:cubicBezTo>
                  <a:cubicBezTo>
                    <a:pt x="1209" y="61314"/>
                    <a:pt x="2675" y="62780"/>
                    <a:pt x="4479" y="62780"/>
                  </a:cubicBezTo>
                  <a:cubicBezTo>
                    <a:pt x="6282" y="62780"/>
                    <a:pt x="7750" y="61314"/>
                    <a:pt x="7750" y="59510"/>
                  </a:cubicBezTo>
                  <a:cubicBezTo>
                    <a:pt x="7750" y="58913"/>
                    <a:pt x="7578" y="58358"/>
                    <a:pt x="7295" y="57876"/>
                  </a:cubicBezTo>
                  <a:lnTo>
                    <a:pt x="14865" y="50304"/>
                  </a:lnTo>
                  <a:lnTo>
                    <a:pt x="14865" y="13789"/>
                  </a:lnTo>
                  <a:lnTo>
                    <a:pt x="6049" y="4970"/>
                  </a:lnTo>
                  <a:cubicBezTo>
                    <a:pt x="6354" y="4473"/>
                    <a:pt x="6540" y="3894"/>
                    <a:pt x="6540" y="3269"/>
                  </a:cubicBezTo>
                  <a:cubicBezTo>
                    <a:pt x="6540" y="1467"/>
                    <a:pt x="5074" y="0"/>
                    <a:pt x="3270" y="0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8"/>
            <p:cNvSpPr/>
            <p:nvPr/>
          </p:nvSpPr>
          <p:spPr>
            <a:xfrm>
              <a:off x="-1439001" y="6224518"/>
              <a:ext cx="650277" cy="407262"/>
            </a:xfrm>
            <a:custGeom>
              <a:avLst/>
              <a:gdLst/>
              <a:ahLst/>
              <a:cxnLst/>
              <a:rect l="l" t="t" r="r" b="b"/>
              <a:pathLst>
                <a:path w="87905" h="55054" extrusionOk="0">
                  <a:moveTo>
                    <a:pt x="3272" y="1596"/>
                  </a:moveTo>
                  <a:cubicBezTo>
                    <a:pt x="4193" y="1596"/>
                    <a:pt x="4944" y="2347"/>
                    <a:pt x="4944" y="3269"/>
                  </a:cubicBezTo>
                  <a:cubicBezTo>
                    <a:pt x="4944" y="4192"/>
                    <a:pt x="4193" y="4941"/>
                    <a:pt x="3272" y="4941"/>
                  </a:cubicBezTo>
                  <a:cubicBezTo>
                    <a:pt x="2349" y="4941"/>
                    <a:pt x="1600" y="4192"/>
                    <a:pt x="1600" y="3269"/>
                  </a:cubicBezTo>
                  <a:cubicBezTo>
                    <a:pt x="1600" y="2347"/>
                    <a:pt x="2349" y="1596"/>
                    <a:pt x="3272" y="1596"/>
                  </a:cubicBezTo>
                  <a:close/>
                  <a:moveTo>
                    <a:pt x="3272" y="1"/>
                  </a:moveTo>
                  <a:cubicBezTo>
                    <a:pt x="1470" y="1"/>
                    <a:pt x="1" y="1467"/>
                    <a:pt x="1" y="3271"/>
                  </a:cubicBezTo>
                  <a:cubicBezTo>
                    <a:pt x="3" y="5072"/>
                    <a:pt x="1470" y="6538"/>
                    <a:pt x="3272" y="6538"/>
                  </a:cubicBezTo>
                  <a:cubicBezTo>
                    <a:pt x="4798" y="6538"/>
                    <a:pt x="6073" y="5483"/>
                    <a:pt x="6430" y="4067"/>
                  </a:cubicBezTo>
                  <a:lnTo>
                    <a:pt x="25437" y="4067"/>
                  </a:lnTo>
                  <a:lnTo>
                    <a:pt x="44217" y="22846"/>
                  </a:lnTo>
                  <a:lnTo>
                    <a:pt x="44217" y="38449"/>
                  </a:lnTo>
                  <a:lnTo>
                    <a:pt x="70094" y="38449"/>
                  </a:lnTo>
                  <a:lnTo>
                    <a:pt x="86465" y="54821"/>
                  </a:lnTo>
                  <a:cubicBezTo>
                    <a:pt x="86620" y="54976"/>
                    <a:pt x="86826" y="55053"/>
                    <a:pt x="87029" y="55053"/>
                  </a:cubicBezTo>
                  <a:cubicBezTo>
                    <a:pt x="87232" y="55053"/>
                    <a:pt x="87438" y="54976"/>
                    <a:pt x="87594" y="54821"/>
                  </a:cubicBezTo>
                  <a:cubicBezTo>
                    <a:pt x="87904" y="54509"/>
                    <a:pt x="87904" y="54002"/>
                    <a:pt x="87594" y="53689"/>
                  </a:cubicBezTo>
                  <a:lnTo>
                    <a:pt x="70755" y="36852"/>
                  </a:lnTo>
                  <a:lnTo>
                    <a:pt x="45813" y="36852"/>
                  </a:lnTo>
                  <a:lnTo>
                    <a:pt x="45813" y="22184"/>
                  </a:lnTo>
                  <a:lnTo>
                    <a:pt x="26333" y="2704"/>
                  </a:lnTo>
                  <a:lnTo>
                    <a:pt x="26098" y="2471"/>
                  </a:lnTo>
                  <a:lnTo>
                    <a:pt x="6430" y="2471"/>
                  </a:lnTo>
                  <a:cubicBezTo>
                    <a:pt x="6073" y="1057"/>
                    <a:pt x="4798" y="1"/>
                    <a:pt x="3272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8"/>
            <p:cNvSpPr/>
            <p:nvPr/>
          </p:nvSpPr>
          <p:spPr>
            <a:xfrm>
              <a:off x="6031024" y="6238708"/>
              <a:ext cx="645846" cy="111650"/>
            </a:xfrm>
            <a:custGeom>
              <a:avLst/>
              <a:gdLst/>
              <a:ahLst/>
              <a:cxnLst/>
              <a:rect l="l" t="t" r="r" b="b"/>
              <a:pathLst>
                <a:path w="87306" h="15093" extrusionOk="0">
                  <a:moveTo>
                    <a:pt x="3271" y="10152"/>
                  </a:moveTo>
                  <a:cubicBezTo>
                    <a:pt x="4193" y="10152"/>
                    <a:pt x="4944" y="10901"/>
                    <a:pt x="4944" y="11822"/>
                  </a:cubicBezTo>
                  <a:cubicBezTo>
                    <a:pt x="4944" y="12745"/>
                    <a:pt x="4193" y="13494"/>
                    <a:pt x="3271" y="13494"/>
                  </a:cubicBezTo>
                  <a:cubicBezTo>
                    <a:pt x="2349" y="13494"/>
                    <a:pt x="1600" y="12745"/>
                    <a:pt x="1600" y="11822"/>
                  </a:cubicBezTo>
                  <a:cubicBezTo>
                    <a:pt x="1598" y="10901"/>
                    <a:pt x="2348" y="10152"/>
                    <a:pt x="3271" y="10152"/>
                  </a:cubicBezTo>
                  <a:close/>
                  <a:moveTo>
                    <a:pt x="54240" y="0"/>
                  </a:moveTo>
                  <a:lnTo>
                    <a:pt x="43041" y="11199"/>
                  </a:lnTo>
                  <a:lnTo>
                    <a:pt x="6476" y="11199"/>
                  </a:lnTo>
                  <a:cubicBezTo>
                    <a:pt x="6183" y="9695"/>
                    <a:pt x="4859" y="8554"/>
                    <a:pt x="3271" y="8554"/>
                  </a:cubicBezTo>
                  <a:cubicBezTo>
                    <a:pt x="1467" y="8554"/>
                    <a:pt x="0" y="10021"/>
                    <a:pt x="0" y="11825"/>
                  </a:cubicBezTo>
                  <a:cubicBezTo>
                    <a:pt x="0" y="13626"/>
                    <a:pt x="1467" y="15092"/>
                    <a:pt x="3271" y="15092"/>
                  </a:cubicBezTo>
                  <a:cubicBezTo>
                    <a:pt x="4732" y="15092"/>
                    <a:pt x="5957" y="14121"/>
                    <a:pt x="6376" y="12796"/>
                  </a:cubicBezTo>
                  <a:lnTo>
                    <a:pt x="43703" y="12796"/>
                  </a:lnTo>
                  <a:lnTo>
                    <a:pt x="54901" y="1598"/>
                  </a:lnTo>
                  <a:lnTo>
                    <a:pt x="74203" y="1598"/>
                  </a:lnTo>
                  <a:lnTo>
                    <a:pt x="85866" y="13261"/>
                  </a:lnTo>
                  <a:cubicBezTo>
                    <a:pt x="86021" y="13417"/>
                    <a:pt x="86227" y="13494"/>
                    <a:pt x="86430" y="13494"/>
                  </a:cubicBezTo>
                  <a:cubicBezTo>
                    <a:pt x="86635" y="13494"/>
                    <a:pt x="86840" y="13417"/>
                    <a:pt x="86995" y="13261"/>
                  </a:cubicBezTo>
                  <a:cubicBezTo>
                    <a:pt x="87306" y="12950"/>
                    <a:pt x="87306" y="12443"/>
                    <a:pt x="86995" y="12131"/>
                  </a:cubicBezTo>
                  <a:lnTo>
                    <a:pt x="74863" y="0"/>
                  </a:ln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8"/>
            <p:cNvSpPr/>
            <p:nvPr/>
          </p:nvSpPr>
          <p:spPr>
            <a:xfrm rot="5400000">
              <a:off x="-1899885" y="1832974"/>
              <a:ext cx="374195" cy="396217"/>
            </a:xfrm>
            <a:custGeom>
              <a:avLst/>
              <a:gdLst/>
              <a:ahLst/>
              <a:cxnLst/>
              <a:rect l="l" t="t" r="r" b="b"/>
              <a:pathLst>
                <a:path w="50584" h="53561" extrusionOk="0">
                  <a:moveTo>
                    <a:pt x="2472" y="0"/>
                  </a:moveTo>
                  <a:cubicBezTo>
                    <a:pt x="1108" y="0"/>
                    <a:pt x="1" y="1105"/>
                    <a:pt x="1" y="2470"/>
                  </a:cubicBezTo>
                  <a:cubicBezTo>
                    <a:pt x="0" y="3553"/>
                    <a:pt x="703" y="4463"/>
                    <a:pt x="1673" y="4796"/>
                  </a:cubicBezTo>
                  <a:lnTo>
                    <a:pt x="1673" y="25253"/>
                  </a:lnTo>
                  <a:lnTo>
                    <a:pt x="17813" y="41392"/>
                  </a:lnTo>
                  <a:lnTo>
                    <a:pt x="37208" y="41392"/>
                  </a:lnTo>
                  <a:lnTo>
                    <a:pt x="49144" y="53328"/>
                  </a:lnTo>
                  <a:cubicBezTo>
                    <a:pt x="49299" y="53483"/>
                    <a:pt x="49505" y="53561"/>
                    <a:pt x="49709" y="53561"/>
                  </a:cubicBezTo>
                  <a:cubicBezTo>
                    <a:pt x="49913" y="53561"/>
                    <a:pt x="50118" y="53483"/>
                    <a:pt x="50273" y="53328"/>
                  </a:cubicBezTo>
                  <a:cubicBezTo>
                    <a:pt x="50584" y="53016"/>
                    <a:pt x="50584" y="52509"/>
                    <a:pt x="50273" y="52197"/>
                  </a:cubicBezTo>
                  <a:lnTo>
                    <a:pt x="37869" y="39794"/>
                  </a:lnTo>
                  <a:lnTo>
                    <a:pt x="18474" y="39794"/>
                  </a:lnTo>
                  <a:lnTo>
                    <a:pt x="3269" y="24591"/>
                  </a:lnTo>
                  <a:lnTo>
                    <a:pt x="3269" y="4796"/>
                  </a:lnTo>
                  <a:cubicBezTo>
                    <a:pt x="4240" y="4463"/>
                    <a:pt x="4942" y="3553"/>
                    <a:pt x="4942" y="2470"/>
                  </a:cubicBezTo>
                  <a:cubicBezTo>
                    <a:pt x="4942" y="1105"/>
                    <a:pt x="3836" y="0"/>
                    <a:pt x="2472" y="0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8"/>
            <p:cNvSpPr/>
            <p:nvPr/>
          </p:nvSpPr>
          <p:spPr>
            <a:xfrm>
              <a:off x="-1601897" y="1735042"/>
              <a:ext cx="365022" cy="120846"/>
            </a:xfrm>
            <a:custGeom>
              <a:avLst/>
              <a:gdLst/>
              <a:ahLst/>
              <a:cxnLst/>
              <a:rect l="l" t="t" r="r" b="b"/>
              <a:pathLst>
                <a:path w="49344" h="16336" extrusionOk="0">
                  <a:moveTo>
                    <a:pt x="2471" y="1"/>
                  </a:moveTo>
                  <a:cubicBezTo>
                    <a:pt x="1108" y="1"/>
                    <a:pt x="1" y="1107"/>
                    <a:pt x="1" y="2471"/>
                  </a:cubicBezTo>
                  <a:cubicBezTo>
                    <a:pt x="1" y="3836"/>
                    <a:pt x="1108" y="4944"/>
                    <a:pt x="2471" y="4944"/>
                  </a:cubicBezTo>
                  <a:cubicBezTo>
                    <a:pt x="3555" y="4944"/>
                    <a:pt x="4466" y="4241"/>
                    <a:pt x="4799" y="3271"/>
                  </a:cubicBezTo>
                  <a:lnTo>
                    <a:pt x="16191" y="3271"/>
                  </a:lnTo>
                  <a:lnTo>
                    <a:pt x="27586" y="14665"/>
                  </a:lnTo>
                  <a:lnTo>
                    <a:pt x="44546" y="14665"/>
                  </a:lnTo>
                  <a:cubicBezTo>
                    <a:pt x="44879" y="15636"/>
                    <a:pt x="45790" y="16336"/>
                    <a:pt x="46874" y="16336"/>
                  </a:cubicBezTo>
                  <a:cubicBezTo>
                    <a:pt x="48237" y="16336"/>
                    <a:pt x="49344" y="15229"/>
                    <a:pt x="49344" y="13866"/>
                  </a:cubicBezTo>
                  <a:cubicBezTo>
                    <a:pt x="49344" y="12502"/>
                    <a:pt x="48237" y="11396"/>
                    <a:pt x="46874" y="11396"/>
                  </a:cubicBezTo>
                  <a:cubicBezTo>
                    <a:pt x="45790" y="11396"/>
                    <a:pt x="44879" y="12098"/>
                    <a:pt x="44546" y="13068"/>
                  </a:cubicBezTo>
                  <a:lnTo>
                    <a:pt x="28245" y="13068"/>
                  </a:lnTo>
                  <a:lnTo>
                    <a:pt x="16851" y="1675"/>
                  </a:lnTo>
                  <a:lnTo>
                    <a:pt x="4799" y="1675"/>
                  </a:lnTo>
                  <a:cubicBezTo>
                    <a:pt x="4466" y="703"/>
                    <a:pt x="3555" y="1"/>
                    <a:pt x="2471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AND_TWO_COLUMNS_1_1_1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2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8" name="Google Shape;398;p29"/>
          <p:cNvGrpSpPr/>
          <p:nvPr/>
        </p:nvGrpSpPr>
        <p:grpSpPr>
          <a:xfrm>
            <a:off x="-1" y="219917"/>
            <a:ext cx="9143996" cy="4919036"/>
            <a:chOff x="-1" y="219917"/>
            <a:chExt cx="9143996" cy="4919036"/>
          </a:xfrm>
        </p:grpSpPr>
        <p:sp>
          <p:nvSpPr>
            <p:cNvPr id="399" name="Google Shape;399;p29"/>
            <p:cNvSpPr/>
            <p:nvPr/>
          </p:nvSpPr>
          <p:spPr>
            <a:xfrm>
              <a:off x="679933" y="4819035"/>
              <a:ext cx="110918" cy="319890"/>
            </a:xfrm>
            <a:custGeom>
              <a:avLst/>
              <a:gdLst/>
              <a:ahLst/>
              <a:cxnLst/>
              <a:rect l="l" t="t" r="r" b="b"/>
              <a:pathLst>
                <a:path w="14994" h="43243" extrusionOk="0">
                  <a:moveTo>
                    <a:pt x="2471" y="0"/>
                  </a:moveTo>
                  <a:cubicBezTo>
                    <a:pt x="1106" y="0"/>
                    <a:pt x="1" y="1107"/>
                    <a:pt x="1" y="2470"/>
                  </a:cubicBezTo>
                  <a:cubicBezTo>
                    <a:pt x="1" y="3554"/>
                    <a:pt x="702" y="4465"/>
                    <a:pt x="1673" y="4798"/>
                  </a:cubicBezTo>
                  <a:lnTo>
                    <a:pt x="1673" y="12610"/>
                  </a:lnTo>
                  <a:lnTo>
                    <a:pt x="13396" y="24337"/>
                  </a:lnTo>
                  <a:lnTo>
                    <a:pt x="13396" y="42442"/>
                  </a:lnTo>
                  <a:cubicBezTo>
                    <a:pt x="13396" y="42884"/>
                    <a:pt x="13753" y="43243"/>
                    <a:pt x="14195" y="43243"/>
                  </a:cubicBezTo>
                  <a:cubicBezTo>
                    <a:pt x="14635" y="43243"/>
                    <a:pt x="14994" y="42884"/>
                    <a:pt x="14994" y="42442"/>
                  </a:cubicBezTo>
                  <a:lnTo>
                    <a:pt x="14994" y="23675"/>
                  </a:lnTo>
                  <a:lnTo>
                    <a:pt x="3268" y="11948"/>
                  </a:lnTo>
                  <a:lnTo>
                    <a:pt x="3268" y="4798"/>
                  </a:lnTo>
                  <a:cubicBezTo>
                    <a:pt x="4238" y="4465"/>
                    <a:pt x="4941" y="3554"/>
                    <a:pt x="4941" y="2470"/>
                  </a:cubicBezTo>
                  <a:cubicBezTo>
                    <a:pt x="4941" y="1107"/>
                    <a:pt x="3834" y="0"/>
                    <a:pt x="2471" y="0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199759" y="4577202"/>
              <a:ext cx="99156" cy="561722"/>
            </a:xfrm>
            <a:custGeom>
              <a:avLst/>
              <a:gdLst/>
              <a:ahLst/>
              <a:cxnLst/>
              <a:rect l="l" t="t" r="r" b="b"/>
              <a:pathLst>
                <a:path w="13404" h="75934" extrusionOk="0">
                  <a:moveTo>
                    <a:pt x="10134" y="1599"/>
                  </a:moveTo>
                  <a:cubicBezTo>
                    <a:pt x="11056" y="1599"/>
                    <a:pt x="11805" y="2348"/>
                    <a:pt x="11805" y="3270"/>
                  </a:cubicBezTo>
                  <a:cubicBezTo>
                    <a:pt x="11805" y="4193"/>
                    <a:pt x="11056" y="4942"/>
                    <a:pt x="10134" y="4942"/>
                  </a:cubicBezTo>
                  <a:cubicBezTo>
                    <a:pt x="9214" y="4942"/>
                    <a:pt x="8463" y="4193"/>
                    <a:pt x="8463" y="3270"/>
                  </a:cubicBezTo>
                  <a:cubicBezTo>
                    <a:pt x="8463" y="2348"/>
                    <a:pt x="9214" y="1599"/>
                    <a:pt x="10134" y="1599"/>
                  </a:cubicBezTo>
                  <a:close/>
                  <a:moveTo>
                    <a:pt x="10134" y="1"/>
                  </a:moveTo>
                  <a:cubicBezTo>
                    <a:pt x="8332" y="1"/>
                    <a:pt x="6865" y="1466"/>
                    <a:pt x="6865" y="3270"/>
                  </a:cubicBezTo>
                  <a:cubicBezTo>
                    <a:pt x="6865" y="4796"/>
                    <a:pt x="7919" y="6070"/>
                    <a:pt x="9335" y="6430"/>
                  </a:cubicBezTo>
                  <a:lnTo>
                    <a:pt x="9335" y="55272"/>
                  </a:lnTo>
                  <a:lnTo>
                    <a:pt x="1" y="64606"/>
                  </a:lnTo>
                  <a:lnTo>
                    <a:pt x="1" y="75136"/>
                  </a:lnTo>
                  <a:cubicBezTo>
                    <a:pt x="1" y="75575"/>
                    <a:pt x="359" y="75933"/>
                    <a:pt x="801" y="75933"/>
                  </a:cubicBezTo>
                  <a:cubicBezTo>
                    <a:pt x="1242" y="75933"/>
                    <a:pt x="1600" y="75575"/>
                    <a:pt x="1600" y="75135"/>
                  </a:cubicBezTo>
                  <a:lnTo>
                    <a:pt x="1600" y="65268"/>
                  </a:lnTo>
                  <a:lnTo>
                    <a:pt x="10933" y="55934"/>
                  </a:lnTo>
                  <a:lnTo>
                    <a:pt x="10933" y="6430"/>
                  </a:lnTo>
                  <a:cubicBezTo>
                    <a:pt x="12349" y="6072"/>
                    <a:pt x="13403" y="4796"/>
                    <a:pt x="13403" y="3270"/>
                  </a:cubicBezTo>
                  <a:cubicBezTo>
                    <a:pt x="13403" y="1466"/>
                    <a:pt x="11938" y="1"/>
                    <a:pt x="10134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9"/>
            <p:cNvSpPr/>
            <p:nvPr/>
          </p:nvSpPr>
          <p:spPr>
            <a:xfrm>
              <a:off x="8778826" y="3961581"/>
              <a:ext cx="131602" cy="413853"/>
            </a:xfrm>
            <a:custGeom>
              <a:avLst/>
              <a:gdLst/>
              <a:ahLst/>
              <a:cxnLst/>
              <a:rect l="l" t="t" r="r" b="b"/>
              <a:pathLst>
                <a:path w="17790" h="55945" extrusionOk="0">
                  <a:moveTo>
                    <a:pt x="3269" y="1597"/>
                  </a:moveTo>
                  <a:cubicBezTo>
                    <a:pt x="4190" y="1597"/>
                    <a:pt x="4940" y="2347"/>
                    <a:pt x="4940" y="3270"/>
                  </a:cubicBezTo>
                  <a:cubicBezTo>
                    <a:pt x="4940" y="4193"/>
                    <a:pt x="4190" y="4943"/>
                    <a:pt x="3269" y="4943"/>
                  </a:cubicBezTo>
                  <a:cubicBezTo>
                    <a:pt x="2348" y="4943"/>
                    <a:pt x="1598" y="4193"/>
                    <a:pt x="1598" y="3270"/>
                  </a:cubicBezTo>
                  <a:cubicBezTo>
                    <a:pt x="1598" y="2347"/>
                    <a:pt x="2348" y="1597"/>
                    <a:pt x="3269" y="1597"/>
                  </a:cubicBezTo>
                  <a:close/>
                  <a:moveTo>
                    <a:pt x="3269" y="1"/>
                  </a:moveTo>
                  <a:cubicBezTo>
                    <a:pt x="1465" y="1"/>
                    <a:pt x="0" y="1467"/>
                    <a:pt x="0" y="3270"/>
                  </a:cubicBezTo>
                  <a:cubicBezTo>
                    <a:pt x="0" y="4796"/>
                    <a:pt x="1055" y="6070"/>
                    <a:pt x="2470" y="6430"/>
                  </a:cubicBezTo>
                  <a:lnTo>
                    <a:pt x="2470" y="26715"/>
                  </a:lnTo>
                  <a:lnTo>
                    <a:pt x="16191" y="40437"/>
                  </a:lnTo>
                  <a:lnTo>
                    <a:pt x="16191" y="55145"/>
                  </a:lnTo>
                  <a:cubicBezTo>
                    <a:pt x="16191" y="55586"/>
                    <a:pt x="16550" y="55944"/>
                    <a:pt x="16990" y="55944"/>
                  </a:cubicBezTo>
                  <a:cubicBezTo>
                    <a:pt x="17432" y="55944"/>
                    <a:pt x="17789" y="55586"/>
                    <a:pt x="17789" y="55145"/>
                  </a:cubicBezTo>
                  <a:lnTo>
                    <a:pt x="17789" y="39774"/>
                  </a:lnTo>
                  <a:lnTo>
                    <a:pt x="4068" y="26051"/>
                  </a:lnTo>
                  <a:lnTo>
                    <a:pt x="4068" y="6430"/>
                  </a:lnTo>
                  <a:cubicBezTo>
                    <a:pt x="5484" y="6072"/>
                    <a:pt x="6538" y="4796"/>
                    <a:pt x="6538" y="3270"/>
                  </a:cubicBezTo>
                  <a:cubicBezTo>
                    <a:pt x="6538" y="1467"/>
                    <a:pt x="5072" y="1"/>
                    <a:pt x="3269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9"/>
            <p:cNvSpPr/>
            <p:nvPr/>
          </p:nvSpPr>
          <p:spPr>
            <a:xfrm>
              <a:off x="8552762" y="624788"/>
              <a:ext cx="69500" cy="248845"/>
            </a:xfrm>
            <a:custGeom>
              <a:avLst/>
              <a:gdLst/>
              <a:ahLst/>
              <a:cxnLst/>
              <a:rect l="l" t="t" r="r" b="b"/>
              <a:pathLst>
                <a:path w="9395" h="33639" extrusionOk="0">
                  <a:moveTo>
                    <a:pt x="6924" y="0"/>
                  </a:moveTo>
                  <a:cubicBezTo>
                    <a:pt x="5561" y="0"/>
                    <a:pt x="4454" y="1107"/>
                    <a:pt x="4454" y="2470"/>
                  </a:cubicBezTo>
                  <a:cubicBezTo>
                    <a:pt x="4454" y="3553"/>
                    <a:pt x="5157" y="4463"/>
                    <a:pt x="6127" y="4798"/>
                  </a:cubicBezTo>
                  <a:lnTo>
                    <a:pt x="6127" y="26387"/>
                  </a:lnTo>
                  <a:lnTo>
                    <a:pt x="3552" y="28958"/>
                  </a:lnTo>
                  <a:cubicBezTo>
                    <a:pt x="3225" y="28798"/>
                    <a:pt x="2861" y="28699"/>
                    <a:pt x="2471" y="28699"/>
                  </a:cubicBezTo>
                  <a:cubicBezTo>
                    <a:pt x="1108" y="28699"/>
                    <a:pt x="1" y="29805"/>
                    <a:pt x="1" y="31169"/>
                  </a:cubicBezTo>
                  <a:cubicBezTo>
                    <a:pt x="1" y="32534"/>
                    <a:pt x="1108" y="33639"/>
                    <a:pt x="2471" y="33639"/>
                  </a:cubicBezTo>
                  <a:cubicBezTo>
                    <a:pt x="3835" y="33639"/>
                    <a:pt x="4941" y="32534"/>
                    <a:pt x="4941" y="31169"/>
                  </a:cubicBezTo>
                  <a:cubicBezTo>
                    <a:pt x="4941" y="30779"/>
                    <a:pt x="4842" y="30417"/>
                    <a:pt x="4681" y="30088"/>
                  </a:cubicBezTo>
                  <a:lnTo>
                    <a:pt x="7723" y="27046"/>
                  </a:lnTo>
                  <a:lnTo>
                    <a:pt x="7723" y="4798"/>
                  </a:lnTo>
                  <a:cubicBezTo>
                    <a:pt x="8694" y="4463"/>
                    <a:pt x="9394" y="3553"/>
                    <a:pt x="9394" y="2470"/>
                  </a:cubicBezTo>
                  <a:cubicBezTo>
                    <a:pt x="9394" y="1107"/>
                    <a:pt x="8288" y="0"/>
                    <a:pt x="6924" y="0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9"/>
            <p:cNvSpPr/>
            <p:nvPr/>
          </p:nvSpPr>
          <p:spPr>
            <a:xfrm>
              <a:off x="298882" y="873624"/>
              <a:ext cx="111022" cy="616426"/>
            </a:xfrm>
            <a:custGeom>
              <a:avLst/>
              <a:gdLst/>
              <a:ahLst/>
              <a:cxnLst/>
              <a:rect l="l" t="t" r="r" b="b"/>
              <a:pathLst>
                <a:path w="15008" h="83329" extrusionOk="0">
                  <a:moveTo>
                    <a:pt x="11298" y="1"/>
                  </a:moveTo>
                  <a:cubicBezTo>
                    <a:pt x="9933" y="1"/>
                    <a:pt x="8828" y="1107"/>
                    <a:pt x="8828" y="2471"/>
                  </a:cubicBezTo>
                  <a:cubicBezTo>
                    <a:pt x="8828" y="2886"/>
                    <a:pt x="8941" y="3270"/>
                    <a:pt x="9120" y="3614"/>
                  </a:cubicBezTo>
                  <a:lnTo>
                    <a:pt x="1" y="12734"/>
                  </a:lnTo>
                  <a:lnTo>
                    <a:pt x="1" y="56329"/>
                  </a:lnTo>
                  <a:lnTo>
                    <a:pt x="13411" y="69741"/>
                  </a:lnTo>
                  <a:lnTo>
                    <a:pt x="13411" y="82529"/>
                  </a:lnTo>
                  <a:lnTo>
                    <a:pt x="13410" y="82529"/>
                  </a:lnTo>
                  <a:cubicBezTo>
                    <a:pt x="13410" y="82970"/>
                    <a:pt x="13768" y="83328"/>
                    <a:pt x="14209" y="83328"/>
                  </a:cubicBezTo>
                  <a:cubicBezTo>
                    <a:pt x="14651" y="83328"/>
                    <a:pt x="15008" y="82970"/>
                    <a:pt x="15008" y="82529"/>
                  </a:cubicBezTo>
                  <a:lnTo>
                    <a:pt x="15008" y="69078"/>
                  </a:lnTo>
                  <a:lnTo>
                    <a:pt x="1597" y="55666"/>
                  </a:lnTo>
                  <a:lnTo>
                    <a:pt x="1597" y="13396"/>
                  </a:lnTo>
                  <a:lnTo>
                    <a:pt x="10278" y="4715"/>
                  </a:lnTo>
                  <a:cubicBezTo>
                    <a:pt x="10591" y="4856"/>
                    <a:pt x="10933" y="4941"/>
                    <a:pt x="11298" y="4941"/>
                  </a:cubicBezTo>
                  <a:cubicBezTo>
                    <a:pt x="12662" y="4941"/>
                    <a:pt x="13768" y="3834"/>
                    <a:pt x="13768" y="2471"/>
                  </a:cubicBezTo>
                  <a:cubicBezTo>
                    <a:pt x="13768" y="1107"/>
                    <a:pt x="12662" y="1"/>
                    <a:pt x="11298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8789634" y="2786500"/>
              <a:ext cx="109971" cy="464422"/>
            </a:xfrm>
            <a:custGeom>
              <a:avLst/>
              <a:gdLst/>
              <a:ahLst/>
              <a:cxnLst/>
              <a:rect l="l" t="t" r="r" b="b"/>
              <a:pathLst>
                <a:path w="14866" h="62781" extrusionOk="0">
                  <a:moveTo>
                    <a:pt x="3270" y="1596"/>
                  </a:moveTo>
                  <a:cubicBezTo>
                    <a:pt x="4191" y="1596"/>
                    <a:pt x="4941" y="2347"/>
                    <a:pt x="4941" y="3269"/>
                  </a:cubicBezTo>
                  <a:cubicBezTo>
                    <a:pt x="4941" y="4191"/>
                    <a:pt x="4191" y="4940"/>
                    <a:pt x="3270" y="4940"/>
                  </a:cubicBezTo>
                  <a:cubicBezTo>
                    <a:pt x="2349" y="4940"/>
                    <a:pt x="1600" y="4191"/>
                    <a:pt x="1600" y="3269"/>
                  </a:cubicBezTo>
                  <a:cubicBezTo>
                    <a:pt x="1597" y="2347"/>
                    <a:pt x="2348" y="1596"/>
                    <a:pt x="3270" y="1596"/>
                  </a:cubicBezTo>
                  <a:close/>
                  <a:moveTo>
                    <a:pt x="4479" y="57837"/>
                  </a:moveTo>
                  <a:cubicBezTo>
                    <a:pt x="5401" y="57837"/>
                    <a:pt x="6152" y="58588"/>
                    <a:pt x="6152" y="59509"/>
                  </a:cubicBezTo>
                  <a:cubicBezTo>
                    <a:pt x="6153" y="60432"/>
                    <a:pt x="5401" y="61181"/>
                    <a:pt x="4479" y="61181"/>
                  </a:cubicBezTo>
                  <a:cubicBezTo>
                    <a:pt x="3558" y="61181"/>
                    <a:pt x="2808" y="60432"/>
                    <a:pt x="2808" y="59509"/>
                  </a:cubicBezTo>
                  <a:cubicBezTo>
                    <a:pt x="2808" y="58588"/>
                    <a:pt x="3558" y="57837"/>
                    <a:pt x="4479" y="57837"/>
                  </a:cubicBezTo>
                  <a:close/>
                  <a:moveTo>
                    <a:pt x="3270" y="0"/>
                  </a:moveTo>
                  <a:cubicBezTo>
                    <a:pt x="1467" y="0"/>
                    <a:pt x="1" y="1467"/>
                    <a:pt x="1" y="3269"/>
                  </a:cubicBezTo>
                  <a:cubicBezTo>
                    <a:pt x="1" y="5073"/>
                    <a:pt x="1467" y="6537"/>
                    <a:pt x="3270" y="6537"/>
                  </a:cubicBezTo>
                  <a:cubicBezTo>
                    <a:pt x="3867" y="6537"/>
                    <a:pt x="4419" y="6364"/>
                    <a:pt x="4900" y="6084"/>
                  </a:cubicBezTo>
                  <a:lnTo>
                    <a:pt x="13267" y="14451"/>
                  </a:lnTo>
                  <a:lnTo>
                    <a:pt x="13267" y="49641"/>
                  </a:lnTo>
                  <a:lnTo>
                    <a:pt x="6177" y="56729"/>
                  </a:lnTo>
                  <a:cubicBezTo>
                    <a:pt x="5682" y="56424"/>
                    <a:pt x="5103" y="56241"/>
                    <a:pt x="4479" y="56241"/>
                  </a:cubicBezTo>
                  <a:cubicBezTo>
                    <a:pt x="2675" y="56241"/>
                    <a:pt x="1209" y="57708"/>
                    <a:pt x="1209" y="59510"/>
                  </a:cubicBezTo>
                  <a:cubicBezTo>
                    <a:pt x="1209" y="61314"/>
                    <a:pt x="2675" y="62780"/>
                    <a:pt x="4479" y="62780"/>
                  </a:cubicBezTo>
                  <a:cubicBezTo>
                    <a:pt x="6282" y="62780"/>
                    <a:pt x="7750" y="61314"/>
                    <a:pt x="7750" y="59510"/>
                  </a:cubicBezTo>
                  <a:cubicBezTo>
                    <a:pt x="7750" y="58913"/>
                    <a:pt x="7578" y="58358"/>
                    <a:pt x="7295" y="57876"/>
                  </a:cubicBezTo>
                  <a:lnTo>
                    <a:pt x="14865" y="50304"/>
                  </a:lnTo>
                  <a:lnTo>
                    <a:pt x="14865" y="13789"/>
                  </a:lnTo>
                  <a:lnTo>
                    <a:pt x="6049" y="4970"/>
                  </a:lnTo>
                  <a:cubicBezTo>
                    <a:pt x="6354" y="4473"/>
                    <a:pt x="6540" y="3894"/>
                    <a:pt x="6540" y="3269"/>
                  </a:cubicBezTo>
                  <a:cubicBezTo>
                    <a:pt x="6540" y="1467"/>
                    <a:pt x="5074" y="0"/>
                    <a:pt x="3270" y="0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9"/>
            <p:cNvSpPr/>
            <p:nvPr/>
          </p:nvSpPr>
          <p:spPr>
            <a:xfrm flipH="1">
              <a:off x="-1" y="1962805"/>
              <a:ext cx="650277" cy="407262"/>
            </a:xfrm>
            <a:custGeom>
              <a:avLst/>
              <a:gdLst/>
              <a:ahLst/>
              <a:cxnLst/>
              <a:rect l="l" t="t" r="r" b="b"/>
              <a:pathLst>
                <a:path w="87905" h="55054" extrusionOk="0">
                  <a:moveTo>
                    <a:pt x="3272" y="1596"/>
                  </a:moveTo>
                  <a:cubicBezTo>
                    <a:pt x="4193" y="1596"/>
                    <a:pt x="4944" y="2347"/>
                    <a:pt x="4944" y="3269"/>
                  </a:cubicBezTo>
                  <a:cubicBezTo>
                    <a:pt x="4944" y="4192"/>
                    <a:pt x="4193" y="4941"/>
                    <a:pt x="3272" y="4941"/>
                  </a:cubicBezTo>
                  <a:cubicBezTo>
                    <a:pt x="2349" y="4941"/>
                    <a:pt x="1600" y="4192"/>
                    <a:pt x="1600" y="3269"/>
                  </a:cubicBezTo>
                  <a:cubicBezTo>
                    <a:pt x="1600" y="2347"/>
                    <a:pt x="2349" y="1596"/>
                    <a:pt x="3272" y="1596"/>
                  </a:cubicBezTo>
                  <a:close/>
                  <a:moveTo>
                    <a:pt x="3272" y="1"/>
                  </a:moveTo>
                  <a:cubicBezTo>
                    <a:pt x="1470" y="1"/>
                    <a:pt x="1" y="1467"/>
                    <a:pt x="1" y="3271"/>
                  </a:cubicBezTo>
                  <a:cubicBezTo>
                    <a:pt x="3" y="5072"/>
                    <a:pt x="1470" y="6538"/>
                    <a:pt x="3272" y="6538"/>
                  </a:cubicBezTo>
                  <a:cubicBezTo>
                    <a:pt x="4798" y="6538"/>
                    <a:pt x="6073" y="5483"/>
                    <a:pt x="6430" y="4067"/>
                  </a:cubicBezTo>
                  <a:lnTo>
                    <a:pt x="25437" y="4067"/>
                  </a:lnTo>
                  <a:lnTo>
                    <a:pt x="44217" y="22846"/>
                  </a:lnTo>
                  <a:lnTo>
                    <a:pt x="44217" y="38449"/>
                  </a:lnTo>
                  <a:lnTo>
                    <a:pt x="70094" y="38449"/>
                  </a:lnTo>
                  <a:lnTo>
                    <a:pt x="86465" y="54821"/>
                  </a:lnTo>
                  <a:cubicBezTo>
                    <a:pt x="86620" y="54976"/>
                    <a:pt x="86826" y="55053"/>
                    <a:pt x="87029" y="55053"/>
                  </a:cubicBezTo>
                  <a:cubicBezTo>
                    <a:pt x="87232" y="55053"/>
                    <a:pt x="87438" y="54976"/>
                    <a:pt x="87594" y="54821"/>
                  </a:cubicBezTo>
                  <a:cubicBezTo>
                    <a:pt x="87904" y="54509"/>
                    <a:pt x="87904" y="54002"/>
                    <a:pt x="87594" y="53689"/>
                  </a:cubicBezTo>
                  <a:lnTo>
                    <a:pt x="70755" y="36852"/>
                  </a:lnTo>
                  <a:lnTo>
                    <a:pt x="45813" y="36852"/>
                  </a:lnTo>
                  <a:lnTo>
                    <a:pt x="45813" y="22184"/>
                  </a:lnTo>
                  <a:lnTo>
                    <a:pt x="26333" y="2704"/>
                  </a:lnTo>
                  <a:lnTo>
                    <a:pt x="26098" y="2471"/>
                  </a:lnTo>
                  <a:lnTo>
                    <a:pt x="6430" y="2471"/>
                  </a:lnTo>
                  <a:cubicBezTo>
                    <a:pt x="6073" y="1057"/>
                    <a:pt x="4798" y="1"/>
                    <a:pt x="3272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9"/>
            <p:cNvSpPr/>
            <p:nvPr/>
          </p:nvSpPr>
          <p:spPr>
            <a:xfrm>
              <a:off x="8498149" y="4885020"/>
              <a:ext cx="645846" cy="111650"/>
            </a:xfrm>
            <a:custGeom>
              <a:avLst/>
              <a:gdLst/>
              <a:ahLst/>
              <a:cxnLst/>
              <a:rect l="l" t="t" r="r" b="b"/>
              <a:pathLst>
                <a:path w="87306" h="15093" extrusionOk="0">
                  <a:moveTo>
                    <a:pt x="3271" y="10152"/>
                  </a:moveTo>
                  <a:cubicBezTo>
                    <a:pt x="4193" y="10152"/>
                    <a:pt x="4944" y="10901"/>
                    <a:pt x="4944" y="11822"/>
                  </a:cubicBezTo>
                  <a:cubicBezTo>
                    <a:pt x="4944" y="12745"/>
                    <a:pt x="4193" y="13494"/>
                    <a:pt x="3271" y="13494"/>
                  </a:cubicBezTo>
                  <a:cubicBezTo>
                    <a:pt x="2349" y="13494"/>
                    <a:pt x="1600" y="12745"/>
                    <a:pt x="1600" y="11822"/>
                  </a:cubicBezTo>
                  <a:cubicBezTo>
                    <a:pt x="1598" y="10901"/>
                    <a:pt x="2348" y="10152"/>
                    <a:pt x="3271" y="10152"/>
                  </a:cubicBezTo>
                  <a:close/>
                  <a:moveTo>
                    <a:pt x="54240" y="0"/>
                  </a:moveTo>
                  <a:lnTo>
                    <a:pt x="43041" y="11199"/>
                  </a:lnTo>
                  <a:lnTo>
                    <a:pt x="6476" y="11199"/>
                  </a:lnTo>
                  <a:cubicBezTo>
                    <a:pt x="6183" y="9695"/>
                    <a:pt x="4859" y="8554"/>
                    <a:pt x="3271" y="8554"/>
                  </a:cubicBezTo>
                  <a:cubicBezTo>
                    <a:pt x="1467" y="8554"/>
                    <a:pt x="0" y="10021"/>
                    <a:pt x="0" y="11825"/>
                  </a:cubicBezTo>
                  <a:cubicBezTo>
                    <a:pt x="0" y="13626"/>
                    <a:pt x="1467" y="15092"/>
                    <a:pt x="3271" y="15092"/>
                  </a:cubicBezTo>
                  <a:cubicBezTo>
                    <a:pt x="4732" y="15092"/>
                    <a:pt x="5957" y="14121"/>
                    <a:pt x="6376" y="12796"/>
                  </a:cubicBezTo>
                  <a:lnTo>
                    <a:pt x="43703" y="12796"/>
                  </a:lnTo>
                  <a:lnTo>
                    <a:pt x="54901" y="1598"/>
                  </a:lnTo>
                  <a:lnTo>
                    <a:pt x="74203" y="1598"/>
                  </a:lnTo>
                  <a:lnTo>
                    <a:pt x="85866" y="13261"/>
                  </a:lnTo>
                  <a:cubicBezTo>
                    <a:pt x="86021" y="13417"/>
                    <a:pt x="86227" y="13494"/>
                    <a:pt x="86430" y="13494"/>
                  </a:cubicBezTo>
                  <a:cubicBezTo>
                    <a:pt x="86635" y="13494"/>
                    <a:pt x="86840" y="13417"/>
                    <a:pt x="86995" y="13261"/>
                  </a:cubicBezTo>
                  <a:cubicBezTo>
                    <a:pt x="87306" y="12950"/>
                    <a:pt x="87306" y="12443"/>
                    <a:pt x="86995" y="12131"/>
                  </a:cubicBezTo>
                  <a:lnTo>
                    <a:pt x="74863" y="0"/>
                  </a:ln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6464665" y="4742736"/>
              <a:ext cx="374195" cy="396217"/>
            </a:xfrm>
            <a:custGeom>
              <a:avLst/>
              <a:gdLst/>
              <a:ahLst/>
              <a:cxnLst/>
              <a:rect l="l" t="t" r="r" b="b"/>
              <a:pathLst>
                <a:path w="50584" h="53561" extrusionOk="0">
                  <a:moveTo>
                    <a:pt x="2472" y="0"/>
                  </a:moveTo>
                  <a:cubicBezTo>
                    <a:pt x="1108" y="0"/>
                    <a:pt x="1" y="1105"/>
                    <a:pt x="1" y="2470"/>
                  </a:cubicBezTo>
                  <a:cubicBezTo>
                    <a:pt x="0" y="3553"/>
                    <a:pt x="703" y="4463"/>
                    <a:pt x="1673" y="4796"/>
                  </a:cubicBezTo>
                  <a:lnTo>
                    <a:pt x="1673" y="25253"/>
                  </a:lnTo>
                  <a:lnTo>
                    <a:pt x="17813" y="41392"/>
                  </a:lnTo>
                  <a:lnTo>
                    <a:pt x="37208" y="41392"/>
                  </a:lnTo>
                  <a:lnTo>
                    <a:pt x="49144" y="53328"/>
                  </a:lnTo>
                  <a:cubicBezTo>
                    <a:pt x="49299" y="53483"/>
                    <a:pt x="49505" y="53561"/>
                    <a:pt x="49709" y="53561"/>
                  </a:cubicBezTo>
                  <a:cubicBezTo>
                    <a:pt x="49913" y="53561"/>
                    <a:pt x="50118" y="53483"/>
                    <a:pt x="50273" y="53328"/>
                  </a:cubicBezTo>
                  <a:cubicBezTo>
                    <a:pt x="50584" y="53016"/>
                    <a:pt x="50584" y="52509"/>
                    <a:pt x="50273" y="52197"/>
                  </a:cubicBezTo>
                  <a:lnTo>
                    <a:pt x="37869" y="39794"/>
                  </a:lnTo>
                  <a:lnTo>
                    <a:pt x="18474" y="39794"/>
                  </a:lnTo>
                  <a:lnTo>
                    <a:pt x="3269" y="24591"/>
                  </a:lnTo>
                  <a:lnTo>
                    <a:pt x="3269" y="4796"/>
                  </a:lnTo>
                  <a:cubicBezTo>
                    <a:pt x="4240" y="4463"/>
                    <a:pt x="4942" y="3553"/>
                    <a:pt x="4942" y="2470"/>
                  </a:cubicBezTo>
                  <a:cubicBezTo>
                    <a:pt x="4942" y="1105"/>
                    <a:pt x="3836" y="0"/>
                    <a:pt x="2472" y="0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9"/>
            <p:cNvSpPr/>
            <p:nvPr/>
          </p:nvSpPr>
          <p:spPr>
            <a:xfrm>
              <a:off x="7076415" y="219917"/>
              <a:ext cx="365022" cy="120846"/>
            </a:xfrm>
            <a:custGeom>
              <a:avLst/>
              <a:gdLst/>
              <a:ahLst/>
              <a:cxnLst/>
              <a:rect l="l" t="t" r="r" b="b"/>
              <a:pathLst>
                <a:path w="49344" h="16336" extrusionOk="0">
                  <a:moveTo>
                    <a:pt x="2471" y="1"/>
                  </a:moveTo>
                  <a:cubicBezTo>
                    <a:pt x="1108" y="1"/>
                    <a:pt x="1" y="1107"/>
                    <a:pt x="1" y="2471"/>
                  </a:cubicBezTo>
                  <a:cubicBezTo>
                    <a:pt x="1" y="3836"/>
                    <a:pt x="1108" y="4944"/>
                    <a:pt x="2471" y="4944"/>
                  </a:cubicBezTo>
                  <a:cubicBezTo>
                    <a:pt x="3555" y="4944"/>
                    <a:pt x="4466" y="4241"/>
                    <a:pt x="4799" y="3271"/>
                  </a:cubicBezTo>
                  <a:lnTo>
                    <a:pt x="16191" y="3271"/>
                  </a:lnTo>
                  <a:lnTo>
                    <a:pt x="27586" y="14665"/>
                  </a:lnTo>
                  <a:lnTo>
                    <a:pt x="44546" y="14665"/>
                  </a:lnTo>
                  <a:cubicBezTo>
                    <a:pt x="44879" y="15636"/>
                    <a:pt x="45790" y="16336"/>
                    <a:pt x="46874" y="16336"/>
                  </a:cubicBezTo>
                  <a:cubicBezTo>
                    <a:pt x="48237" y="16336"/>
                    <a:pt x="49344" y="15229"/>
                    <a:pt x="49344" y="13866"/>
                  </a:cubicBezTo>
                  <a:cubicBezTo>
                    <a:pt x="49344" y="12502"/>
                    <a:pt x="48237" y="11396"/>
                    <a:pt x="46874" y="11396"/>
                  </a:cubicBezTo>
                  <a:cubicBezTo>
                    <a:pt x="45790" y="11396"/>
                    <a:pt x="44879" y="12098"/>
                    <a:pt x="44546" y="13068"/>
                  </a:cubicBezTo>
                  <a:lnTo>
                    <a:pt x="28245" y="13068"/>
                  </a:lnTo>
                  <a:lnTo>
                    <a:pt x="16851" y="1675"/>
                  </a:lnTo>
                  <a:lnTo>
                    <a:pt x="4799" y="1675"/>
                  </a:lnTo>
                  <a:cubicBezTo>
                    <a:pt x="4466" y="703"/>
                    <a:pt x="3555" y="1"/>
                    <a:pt x="2471" y="1"/>
                  </a:cubicBezTo>
                  <a:close/>
                </a:path>
              </a:pathLst>
            </a:custGeom>
            <a:solidFill>
              <a:srgbClr val="FCF5E8">
                <a:alpha val="19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umbh Sans"/>
              <a:buChar char="■"/>
              <a:defRPr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endParaRPr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3E4510-D730-23F8-1286-6D1A1A95E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6488" y="4767262"/>
            <a:ext cx="47364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7208BD-8998-B044-8160-64A07B294A0F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59" r:id="rId4"/>
    <p:sldLayoutId id="2147483673" r:id="rId5"/>
    <p:sldLayoutId id="2147483674" r:id="rId6"/>
    <p:sldLayoutId id="214748367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i-oc-projet7.onrender.com/docs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3"/>
          <p:cNvSpPr txBox="1">
            <a:spLocks noGrp="1"/>
          </p:cNvSpPr>
          <p:nvPr>
            <p:ph type="subTitle" idx="1"/>
          </p:nvPr>
        </p:nvSpPr>
        <p:spPr>
          <a:xfrm rot="-610">
            <a:off x="713225" y="3549801"/>
            <a:ext cx="5074800" cy="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2" name="Google Shape;422;p33"/>
          <p:cNvSpPr txBox="1">
            <a:spLocks noGrp="1"/>
          </p:cNvSpPr>
          <p:nvPr>
            <p:ph type="ctrTitle"/>
          </p:nvPr>
        </p:nvSpPr>
        <p:spPr>
          <a:xfrm>
            <a:off x="173905" y="189150"/>
            <a:ext cx="6153439" cy="238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fr-FR" b="1" dirty="0"/>
              <a:t>Prêt à dépenser</a:t>
            </a:r>
            <a:br>
              <a:rPr lang="en" sz="4000" b="1" dirty="0"/>
            </a:br>
            <a:r>
              <a:rPr lang="fr-FR" sz="1800" b="1" dirty="0"/>
              <a:t>Monitoring et mise en production d’un modèle de </a:t>
            </a:r>
            <a:r>
              <a:rPr lang="fr-FR" sz="1800" b="1" dirty="0" err="1"/>
              <a:t>scoring</a:t>
            </a:r>
            <a:r>
              <a:rPr lang="fr-FR" sz="1800" b="1" dirty="0"/>
              <a:t> client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5"/>
          <p:cNvSpPr txBox="1">
            <a:spLocks noGrp="1"/>
          </p:cNvSpPr>
          <p:nvPr>
            <p:ph type="title"/>
          </p:nvPr>
        </p:nvSpPr>
        <p:spPr>
          <a:xfrm rot="965">
            <a:off x="720000" y="947076"/>
            <a:ext cx="1068900" cy="11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I.</a:t>
            </a:r>
            <a:endParaRPr sz="2800"/>
          </a:p>
        </p:txBody>
      </p:sp>
      <p:sp>
        <p:nvSpPr>
          <p:cNvPr id="437" name="Google Shape;437;p35"/>
          <p:cNvSpPr txBox="1">
            <a:spLocks noGrp="1"/>
          </p:cNvSpPr>
          <p:nvPr>
            <p:ph type="title" idx="2"/>
          </p:nvPr>
        </p:nvSpPr>
        <p:spPr>
          <a:xfrm>
            <a:off x="1865200" y="886918"/>
            <a:ext cx="2289900" cy="7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/>
              <a:t>PROBLÉMATIQUE ET JEU DE DONNÉES</a:t>
            </a:r>
          </a:p>
        </p:txBody>
      </p:sp>
      <p:sp>
        <p:nvSpPr>
          <p:cNvPr id="438" name="Google Shape;438;p35"/>
          <p:cNvSpPr txBox="1">
            <a:spLocks noGrp="1"/>
          </p:cNvSpPr>
          <p:nvPr>
            <p:ph type="subTitle" idx="1"/>
          </p:nvPr>
        </p:nvSpPr>
        <p:spPr>
          <a:xfrm>
            <a:off x="1865200" y="1508641"/>
            <a:ext cx="22899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dirty="0"/>
              <a:t>Analyse exploratoire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dirty="0" err="1"/>
              <a:t>Feature</a:t>
            </a:r>
            <a:r>
              <a:rPr lang="fr-FR" sz="1000" dirty="0"/>
              <a:t> engineering</a:t>
            </a:r>
            <a:endParaRPr sz="1000" dirty="0"/>
          </a:p>
        </p:txBody>
      </p:sp>
      <p:sp>
        <p:nvSpPr>
          <p:cNvPr id="439" name="Google Shape;439;p35"/>
          <p:cNvSpPr txBox="1">
            <a:spLocks noGrp="1"/>
          </p:cNvSpPr>
          <p:nvPr>
            <p:ph type="title" idx="3"/>
          </p:nvPr>
        </p:nvSpPr>
        <p:spPr>
          <a:xfrm>
            <a:off x="720000" y="252418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SOMMAIRE</a:t>
            </a:r>
            <a:endParaRPr dirty="0"/>
          </a:p>
        </p:txBody>
      </p:sp>
      <p:sp>
        <p:nvSpPr>
          <p:cNvPr id="440" name="Google Shape;440;p35"/>
          <p:cNvSpPr txBox="1">
            <a:spLocks noGrp="1"/>
          </p:cNvSpPr>
          <p:nvPr>
            <p:ph type="title" idx="4"/>
          </p:nvPr>
        </p:nvSpPr>
        <p:spPr>
          <a:xfrm rot="965">
            <a:off x="719998" y="2357152"/>
            <a:ext cx="1068900" cy="11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II.</a:t>
            </a:r>
            <a:endParaRPr sz="2800"/>
          </a:p>
        </p:txBody>
      </p:sp>
      <p:sp>
        <p:nvSpPr>
          <p:cNvPr id="441" name="Google Shape;441;p35"/>
          <p:cNvSpPr txBox="1">
            <a:spLocks noGrp="1"/>
          </p:cNvSpPr>
          <p:nvPr>
            <p:ph type="title" idx="5"/>
          </p:nvPr>
        </p:nvSpPr>
        <p:spPr>
          <a:xfrm>
            <a:off x="1865198" y="2296994"/>
            <a:ext cx="2289900" cy="417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/>
              <a:t>MODÉLISATION</a:t>
            </a:r>
          </a:p>
        </p:txBody>
      </p:sp>
      <p:sp>
        <p:nvSpPr>
          <p:cNvPr id="442" name="Google Shape;442;p35"/>
          <p:cNvSpPr txBox="1">
            <a:spLocks noGrp="1"/>
          </p:cNvSpPr>
          <p:nvPr>
            <p:ph type="subTitle" idx="6"/>
          </p:nvPr>
        </p:nvSpPr>
        <p:spPr>
          <a:xfrm>
            <a:off x="1865198" y="2611839"/>
            <a:ext cx="2289900" cy="8724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Démarche, choix des </a:t>
            </a:r>
            <a:r>
              <a:rPr lang="en" sz="1000" dirty="0" err="1"/>
              <a:t>mesures</a:t>
            </a:r>
            <a:endParaRPr lang="en"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 err="1"/>
              <a:t>Visualisation</a:t>
            </a:r>
            <a:r>
              <a:rPr lang="en" sz="1000" dirty="0"/>
              <a:t> </a:t>
            </a:r>
            <a:r>
              <a:rPr lang="en" sz="1000" dirty="0" err="1"/>
              <a:t>MLFlow</a:t>
            </a:r>
            <a:r>
              <a:rPr lang="en" sz="1000" dirty="0"/>
              <a:t> UI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 err="1"/>
              <a:t>Synthèse</a:t>
            </a:r>
            <a:r>
              <a:rPr lang="en" sz="1000" dirty="0"/>
              <a:t> des </a:t>
            </a:r>
            <a:r>
              <a:rPr lang="en" sz="1000" dirty="0" err="1"/>
              <a:t>résultats</a:t>
            </a:r>
            <a:endParaRPr lang="en"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Feature </a:t>
            </a:r>
            <a:r>
              <a:rPr lang="en" sz="1000" dirty="0"/>
              <a:t>importance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Data drift</a:t>
            </a:r>
            <a:endParaRPr sz="1000" dirty="0"/>
          </a:p>
        </p:txBody>
      </p:sp>
      <p:sp>
        <p:nvSpPr>
          <p:cNvPr id="443" name="Google Shape;443;p35"/>
          <p:cNvSpPr txBox="1">
            <a:spLocks noGrp="1"/>
          </p:cNvSpPr>
          <p:nvPr>
            <p:ph type="title" idx="7"/>
          </p:nvPr>
        </p:nvSpPr>
        <p:spPr>
          <a:xfrm rot="965">
            <a:off x="719999" y="3745839"/>
            <a:ext cx="1069212" cy="11145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III.</a:t>
            </a:r>
            <a:endParaRPr sz="2800"/>
          </a:p>
        </p:txBody>
      </p:sp>
      <p:sp>
        <p:nvSpPr>
          <p:cNvPr id="444" name="Google Shape;444;p35"/>
          <p:cNvSpPr txBox="1">
            <a:spLocks noGrp="1"/>
          </p:cNvSpPr>
          <p:nvPr>
            <p:ph type="title" idx="8"/>
          </p:nvPr>
        </p:nvSpPr>
        <p:spPr>
          <a:xfrm>
            <a:off x="1865198" y="3685682"/>
            <a:ext cx="2453707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/>
              <a:t>PIPELINE DE DÉPLOIEMENT</a:t>
            </a:r>
          </a:p>
        </p:txBody>
      </p:sp>
      <p:sp>
        <p:nvSpPr>
          <p:cNvPr id="445" name="Google Shape;445;p35"/>
          <p:cNvSpPr txBox="1">
            <a:spLocks noGrp="1"/>
          </p:cNvSpPr>
          <p:nvPr>
            <p:ph type="subTitle" idx="9"/>
          </p:nvPr>
        </p:nvSpPr>
        <p:spPr>
          <a:xfrm>
            <a:off x="1869604" y="4116946"/>
            <a:ext cx="2845596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Git / </a:t>
            </a:r>
            <a:r>
              <a:rPr lang="en" sz="1000" dirty="0" err="1"/>
              <a:t>Github</a:t>
            </a:r>
            <a:endParaRPr lang="en"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Tests </a:t>
            </a:r>
            <a:r>
              <a:rPr lang="en" sz="1000" dirty="0" err="1"/>
              <a:t>unitaires</a:t>
            </a:r>
            <a:endParaRPr sz="1000" dirty="0"/>
          </a:p>
        </p:txBody>
      </p:sp>
      <p:sp>
        <p:nvSpPr>
          <p:cNvPr id="446" name="Google Shape;446;p35"/>
          <p:cNvSpPr txBox="1">
            <a:spLocks noGrp="1"/>
          </p:cNvSpPr>
          <p:nvPr>
            <p:ph type="title" idx="13"/>
          </p:nvPr>
        </p:nvSpPr>
        <p:spPr>
          <a:xfrm rot="965">
            <a:off x="5065042" y="1007977"/>
            <a:ext cx="1068900" cy="11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IV.</a:t>
            </a:r>
            <a:endParaRPr sz="2800"/>
          </a:p>
        </p:txBody>
      </p:sp>
      <p:sp>
        <p:nvSpPr>
          <p:cNvPr id="447" name="Google Shape;447;p35"/>
          <p:cNvSpPr txBox="1">
            <a:spLocks noGrp="1"/>
          </p:cNvSpPr>
          <p:nvPr>
            <p:ph type="title" idx="14"/>
          </p:nvPr>
        </p:nvSpPr>
        <p:spPr>
          <a:xfrm>
            <a:off x="6210242" y="947819"/>
            <a:ext cx="2289900" cy="7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DATA DRIFT</a:t>
            </a:r>
            <a:endParaRPr sz="1400" dirty="0"/>
          </a:p>
        </p:txBody>
      </p:sp>
      <p:sp>
        <p:nvSpPr>
          <p:cNvPr id="448" name="Google Shape;448;p35"/>
          <p:cNvSpPr txBox="1">
            <a:spLocks noGrp="1"/>
          </p:cNvSpPr>
          <p:nvPr>
            <p:ph type="subTitle" idx="15"/>
          </p:nvPr>
        </p:nvSpPr>
        <p:spPr>
          <a:xfrm>
            <a:off x="6210242" y="1569542"/>
            <a:ext cx="2289900" cy="541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dirty="0"/>
              <a:t>Présentation et analyse</a:t>
            </a:r>
            <a:endParaRPr sz="1000" dirty="0"/>
          </a:p>
        </p:txBody>
      </p:sp>
      <p:sp>
        <p:nvSpPr>
          <p:cNvPr id="2" name="Google Shape;446;p35">
            <a:extLst>
              <a:ext uri="{FF2B5EF4-FFF2-40B4-BE49-F238E27FC236}">
                <a16:creationId xmlns:a16="http://schemas.microsoft.com/office/drawing/2014/main" id="{70A8EB6A-08E6-974A-84A0-15C79880613A}"/>
              </a:ext>
            </a:extLst>
          </p:cNvPr>
          <p:cNvSpPr txBox="1">
            <a:spLocks/>
          </p:cNvSpPr>
          <p:nvPr/>
        </p:nvSpPr>
        <p:spPr>
          <a:xfrm rot="965">
            <a:off x="5065042" y="2422184"/>
            <a:ext cx="1068900" cy="1114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47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30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30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30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30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30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30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30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30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r>
              <a:rPr lang="fr-FR" sz="2800" dirty="0"/>
              <a:t>V.</a:t>
            </a:r>
          </a:p>
        </p:txBody>
      </p:sp>
      <p:sp>
        <p:nvSpPr>
          <p:cNvPr id="3" name="Google Shape;447;p35">
            <a:extLst>
              <a:ext uri="{FF2B5EF4-FFF2-40B4-BE49-F238E27FC236}">
                <a16:creationId xmlns:a16="http://schemas.microsoft.com/office/drawing/2014/main" id="{9A1E6D3B-4A7E-6F58-16F8-F9AC7A1F17CA}"/>
              </a:ext>
            </a:extLst>
          </p:cNvPr>
          <p:cNvSpPr txBox="1">
            <a:spLocks/>
          </p:cNvSpPr>
          <p:nvPr/>
        </p:nvSpPr>
        <p:spPr>
          <a:xfrm>
            <a:off x="6202441" y="2367964"/>
            <a:ext cx="2289900" cy="488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18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24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24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24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24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24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24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24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24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r>
              <a:rPr lang="fr-FR" sz="1400" dirty="0"/>
              <a:t>SCORING CLIENT</a:t>
            </a:r>
          </a:p>
        </p:txBody>
      </p:sp>
      <p:sp>
        <p:nvSpPr>
          <p:cNvPr id="4" name="Google Shape;448;p35">
            <a:extLst>
              <a:ext uri="{FF2B5EF4-FFF2-40B4-BE49-F238E27FC236}">
                <a16:creationId xmlns:a16="http://schemas.microsoft.com/office/drawing/2014/main" id="{43445544-9AEC-5C20-69EC-0A5856565589}"/>
              </a:ext>
            </a:extLst>
          </p:cNvPr>
          <p:cNvSpPr txBox="1">
            <a:spLocks/>
          </p:cNvSpPr>
          <p:nvPr/>
        </p:nvSpPr>
        <p:spPr>
          <a:xfrm>
            <a:off x="6210242" y="2983749"/>
            <a:ext cx="2289900" cy="54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pPr marL="0" indent="0"/>
            <a:r>
              <a:rPr lang="fr-FR" sz="1000" dirty="0"/>
              <a:t>API</a:t>
            </a:r>
          </a:p>
        </p:txBody>
      </p:sp>
      <p:sp>
        <p:nvSpPr>
          <p:cNvPr id="5" name="Google Shape;446;p35">
            <a:extLst>
              <a:ext uri="{FF2B5EF4-FFF2-40B4-BE49-F238E27FC236}">
                <a16:creationId xmlns:a16="http://schemas.microsoft.com/office/drawing/2014/main" id="{768109E3-C392-86D6-3096-35E059245EBB}"/>
              </a:ext>
            </a:extLst>
          </p:cNvPr>
          <p:cNvSpPr txBox="1">
            <a:spLocks/>
          </p:cNvSpPr>
          <p:nvPr/>
        </p:nvSpPr>
        <p:spPr>
          <a:xfrm rot="965">
            <a:off x="5065041" y="3745837"/>
            <a:ext cx="1068900" cy="1114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47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30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30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30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30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30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30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30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Quantico"/>
              <a:buNone/>
              <a:defRPr sz="30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r>
              <a:rPr lang="fr-FR" sz="2800" dirty="0"/>
              <a:t>VI.</a:t>
            </a:r>
          </a:p>
        </p:txBody>
      </p:sp>
      <p:sp>
        <p:nvSpPr>
          <p:cNvPr id="6" name="Google Shape;447;p35">
            <a:extLst>
              <a:ext uri="{FF2B5EF4-FFF2-40B4-BE49-F238E27FC236}">
                <a16:creationId xmlns:a16="http://schemas.microsoft.com/office/drawing/2014/main" id="{62BA5E99-9C85-D77A-1154-4C3A9447DEF0}"/>
              </a:ext>
            </a:extLst>
          </p:cNvPr>
          <p:cNvSpPr txBox="1">
            <a:spLocks/>
          </p:cNvSpPr>
          <p:nvPr/>
        </p:nvSpPr>
        <p:spPr>
          <a:xfrm>
            <a:off x="6202441" y="4053196"/>
            <a:ext cx="22899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18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24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24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24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24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24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24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24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antico"/>
              <a:buNone/>
              <a:defRPr sz="24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r>
              <a:rPr lang="fr-FR" sz="1400" dirty="0"/>
              <a:t>CONCLUSION</a:t>
            </a:r>
          </a:p>
        </p:txBody>
      </p:sp>
      <p:sp>
        <p:nvSpPr>
          <p:cNvPr id="7" name="Google Shape;448;p35">
            <a:extLst>
              <a:ext uri="{FF2B5EF4-FFF2-40B4-BE49-F238E27FC236}">
                <a16:creationId xmlns:a16="http://schemas.microsoft.com/office/drawing/2014/main" id="{33620AF1-EAF6-12BD-ED33-C617E07CD1D4}"/>
              </a:ext>
            </a:extLst>
          </p:cNvPr>
          <p:cNvSpPr txBox="1">
            <a:spLocks/>
          </p:cNvSpPr>
          <p:nvPr/>
        </p:nvSpPr>
        <p:spPr>
          <a:xfrm>
            <a:off x="6210241" y="4307402"/>
            <a:ext cx="22899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umbh Sans"/>
              <a:buNone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pPr marL="0" indent="0"/>
            <a:endParaRPr lang="fr-FR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4E913C-75FD-4232-7769-B551FB0D1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254500"/>
            <a:ext cx="7704000" cy="634500"/>
          </a:xfrm>
          <a:solidFill>
            <a:schemeClr val="bg2"/>
          </a:solidFill>
        </p:spPr>
        <p:txBody>
          <a:bodyPr/>
          <a:lstStyle/>
          <a:p>
            <a:pPr lvl="0" algn="ctr"/>
            <a:r>
              <a:rPr lang="fr-FR" sz="3200" dirty="0"/>
              <a:t>PROBLÉMATIQUE ET JEU DE DONNÉES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E6ECFC-A00D-FAF7-95CF-9901143C11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2257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FA127-D5A6-C307-682B-43C8C63FB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PROBLÉMATIQUE</a:t>
            </a:r>
          </a:p>
        </p:txBody>
      </p:sp>
      <p:sp>
        <p:nvSpPr>
          <p:cNvPr id="3" name="Google Shape;641;p43">
            <a:extLst>
              <a:ext uri="{FF2B5EF4-FFF2-40B4-BE49-F238E27FC236}">
                <a16:creationId xmlns:a16="http://schemas.microsoft.com/office/drawing/2014/main" id="{20A33659-8DD5-FCC5-23C1-81BF543880C0}"/>
              </a:ext>
            </a:extLst>
          </p:cNvPr>
          <p:cNvSpPr txBox="1">
            <a:spLocks/>
          </p:cNvSpPr>
          <p:nvPr/>
        </p:nvSpPr>
        <p:spPr>
          <a:xfrm>
            <a:off x="651964" y="821811"/>
            <a:ext cx="7979080" cy="41343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Quantico"/>
              <a:buNone/>
              <a:defRPr sz="3100" b="1" i="0" u="none" strike="noStrike" cap="none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pPr>
              <a:buSzPct val="185000"/>
            </a:pPr>
            <a:r>
              <a:rPr lang="fr-FR" sz="1800" dirty="0">
                <a:solidFill>
                  <a:srgbClr val="00B0F0"/>
                </a:solidFill>
              </a:rPr>
              <a:t>Contexte</a:t>
            </a:r>
          </a:p>
          <a:p>
            <a:pPr>
              <a:buSzPct val="185000"/>
            </a:pPr>
            <a:endParaRPr lang="fr-FR" sz="1800" dirty="0">
              <a:solidFill>
                <a:srgbClr val="00B0F0"/>
              </a:solidFill>
            </a:endParaRPr>
          </a:p>
          <a:p>
            <a:pPr>
              <a:buSzPct val="185000"/>
            </a:pPr>
            <a:r>
              <a:rPr lang="fr-FR" sz="1800" dirty="0"/>
              <a:t>« Prêt à dépenser » propose des crédits à la consommation pour des personnes ayant peu ou pas du tout d'historique de prêt.</a:t>
            </a:r>
          </a:p>
          <a:p>
            <a:pPr>
              <a:buSzPct val="185000"/>
            </a:pPr>
            <a:endParaRPr lang="fr-FR" sz="1800" dirty="0"/>
          </a:p>
          <a:p>
            <a:pPr>
              <a:buSzPct val="185000"/>
            </a:pPr>
            <a:r>
              <a:rPr lang="fr-FR" sz="1800" dirty="0">
                <a:solidFill>
                  <a:srgbClr val="00B0F0"/>
                </a:solidFill>
              </a:rPr>
              <a:t>Objectif du projet</a:t>
            </a:r>
          </a:p>
          <a:p>
            <a:pPr>
              <a:buSzPct val="185000"/>
            </a:pPr>
            <a:endParaRPr lang="fr-FR" sz="1800" dirty="0"/>
          </a:p>
          <a:p>
            <a:pPr>
              <a:buSzPct val="185000"/>
            </a:pPr>
            <a:r>
              <a:rPr lang="fr-FR" sz="1800" dirty="0"/>
              <a:t>« Prêt à dépenser » souhaite mettre en œuvre un outil de </a:t>
            </a:r>
            <a:r>
              <a:rPr lang="fr-FR" sz="1800" dirty="0" err="1"/>
              <a:t>scoring</a:t>
            </a:r>
            <a:r>
              <a:rPr lang="fr-FR" sz="1800" dirty="0"/>
              <a:t> crédit afin d’estimer la probabilité de défaut de paiement d’un client pour décider d’accorder ou refuser le crédit.</a:t>
            </a:r>
          </a:p>
          <a:p>
            <a:pPr>
              <a:buSzPct val="185000"/>
            </a:pPr>
            <a:r>
              <a:rPr lang="fr-FR" sz="1800" dirty="0"/>
              <a:t>L’outil doit être déployé via un processus automatisé et sa maintenance doit être formalisée.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2F4187-3A68-540E-6458-A1100F7199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0049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E2787B-F7A9-AA80-E04E-B1E9BA08F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 : vue d’ensemble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B0834CE-8519-78ED-204A-051FC6B3E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720038" y="951329"/>
            <a:ext cx="7459911" cy="1084674"/>
          </a:xfrm>
        </p:spPr>
        <p:txBody>
          <a:bodyPr/>
          <a:lstStyle/>
          <a:p>
            <a:r>
              <a:rPr lang="fr-FR" dirty="0"/>
              <a:t>8 fichiers csv : structure relationnelle (clés)</a:t>
            </a:r>
          </a:p>
          <a:p>
            <a:r>
              <a:rPr lang="fr-FR" dirty="0" err="1"/>
              <a:t>application_train.csv</a:t>
            </a:r>
            <a:r>
              <a:rPr lang="fr-FR" dirty="0"/>
              <a:t> : fichier principal =&gt; une ligne par client</a:t>
            </a:r>
          </a:p>
          <a:p>
            <a:r>
              <a:rPr lang="fr-FR" dirty="0" err="1"/>
              <a:t>Aggrégation</a:t>
            </a:r>
            <a:r>
              <a:rPr lang="fr-FR" dirty="0"/>
              <a:t> dans les autres fichiers puis jointure et </a:t>
            </a:r>
            <a:r>
              <a:rPr lang="fr-FR" dirty="0" err="1"/>
              <a:t>feature</a:t>
            </a:r>
            <a:r>
              <a:rPr lang="fr-FR" dirty="0"/>
              <a:t> </a:t>
            </a:r>
            <a:r>
              <a:rPr lang="fr-FR" dirty="0" err="1"/>
              <a:t>selection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081A08-341F-DBC9-60FA-E67BAEAAF0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5</a:t>
            </a:fld>
            <a:endParaRPr lang="fr-FR"/>
          </a:p>
        </p:txBody>
      </p:sp>
      <p:pic>
        <p:nvPicPr>
          <p:cNvPr id="6146" name="Picture 2" descr="Data">
            <a:extLst>
              <a:ext uri="{FF2B5EF4-FFF2-40B4-BE49-F238E27FC236}">
                <a16:creationId xmlns:a16="http://schemas.microsoft.com/office/drawing/2014/main" id="{6C234469-A5DB-373F-7356-9964D09D1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896" y="2151098"/>
            <a:ext cx="3895947" cy="2501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51C77F1F-7766-0B97-9B83-E906097A5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872609"/>
              </p:ext>
            </p:extLst>
          </p:nvPr>
        </p:nvGraphicFramePr>
        <p:xfrm>
          <a:off x="396948" y="2151098"/>
          <a:ext cx="4352262" cy="2501064"/>
        </p:xfrm>
        <a:graphic>
          <a:graphicData uri="http://schemas.openxmlformats.org/drawingml/2006/table">
            <a:tbl>
              <a:tblPr firstRow="1" bandRow="1">
                <a:tableStyleId>{B7C202B8-F182-47B6-9B4C-18B050B8E033}</a:tableStyleId>
              </a:tblPr>
              <a:tblGrid>
                <a:gridCol w="1339702">
                  <a:extLst>
                    <a:ext uri="{9D8B030D-6E8A-4147-A177-3AD203B41FA5}">
                      <a16:colId xmlns:a16="http://schemas.microsoft.com/office/drawing/2014/main" val="2638678640"/>
                    </a:ext>
                  </a:extLst>
                </a:gridCol>
                <a:gridCol w="793898">
                  <a:extLst>
                    <a:ext uri="{9D8B030D-6E8A-4147-A177-3AD203B41FA5}">
                      <a16:colId xmlns:a16="http://schemas.microsoft.com/office/drawing/2014/main" val="3615145859"/>
                    </a:ext>
                  </a:extLst>
                </a:gridCol>
                <a:gridCol w="1052754">
                  <a:extLst>
                    <a:ext uri="{9D8B030D-6E8A-4147-A177-3AD203B41FA5}">
                      <a16:colId xmlns:a16="http://schemas.microsoft.com/office/drawing/2014/main" val="3019925986"/>
                    </a:ext>
                  </a:extLst>
                </a:gridCol>
                <a:gridCol w="1165908">
                  <a:extLst>
                    <a:ext uri="{9D8B030D-6E8A-4147-A177-3AD203B41FA5}">
                      <a16:colId xmlns:a16="http://schemas.microsoft.com/office/drawing/2014/main" val="2750148196"/>
                    </a:ext>
                  </a:extLst>
                </a:gridCol>
              </a:tblGrid>
              <a:tr h="26691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Nom du fichier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Nombre de lignes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Nombre de colonnes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Taille (Mo)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693305"/>
                  </a:ext>
                </a:extLst>
              </a:tr>
              <a:tr h="26691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 err="1">
                          <a:solidFill>
                            <a:schemeClr val="tx2"/>
                          </a:solidFill>
                        </a:rPr>
                        <a:t>application_train</a:t>
                      </a:r>
                      <a:endParaRPr lang="fr-FR" sz="9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rgbClr val="FA7F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307 511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166,1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362500"/>
                  </a:ext>
                </a:extLst>
              </a:tr>
              <a:tr h="2669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900" dirty="0" err="1">
                          <a:solidFill>
                            <a:schemeClr val="tx2"/>
                          </a:solidFill>
                        </a:rPr>
                        <a:t>application_test</a:t>
                      </a:r>
                      <a:endParaRPr lang="fr-FR" sz="9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48 744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26,6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295859"/>
                  </a:ext>
                </a:extLst>
              </a:tr>
              <a:tr h="26691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bureau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1 716 428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170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28837"/>
                  </a:ext>
                </a:extLst>
              </a:tr>
              <a:tr h="26691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 err="1">
                          <a:solidFill>
                            <a:schemeClr val="tx2"/>
                          </a:solidFill>
                        </a:rPr>
                        <a:t>bureau_balance</a:t>
                      </a:r>
                      <a:endParaRPr lang="fr-FR" sz="9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27 299 925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375,6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708574"/>
                  </a:ext>
                </a:extLst>
              </a:tr>
              <a:tr h="2669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900" dirty="0" err="1">
                          <a:solidFill>
                            <a:schemeClr val="tx2"/>
                          </a:solidFill>
                        </a:rPr>
                        <a:t>previous_application</a:t>
                      </a:r>
                      <a:endParaRPr lang="fr-FR" sz="9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1 670 214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405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549839"/>
                  </a:ext>
                </a:extLst>
              </a:tr>
              <a:tr h="26691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 err="1">
                          <a:solidFill>
                            <a:schemeClr val="tx2"/>
                          </a:solidFill>
                        </a:rPr>
                        <a:t>POS_CASH_balance</a:t>
                      </a:r>
                      <a:endParaRPr lang="fr-FR" sz="9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10 001 358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392,7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227545"/>
                  </a:ext>
                </a:extLst>
              </a:tr>
              <a:tr h="26691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 err="1">
                          <a:solidFill>
                            <a:schemeClr val="tx2"/>
                          </a:solidFill>
                        </a:rPr>
                        <a:t>installments_payment</a:t>
                      </a:r>
                      <a:endParaRPr lang="fr-FR" sz="9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13 605 401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723,1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978958"/>
                  </a:ext>
                </a:extLst>
              </a:tr>
              <a:tr h="26691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 err="1">
                          <a:solidFill>
                            <a:schemeClr val="tx2"/>
                          </a:solidFill>
                        </a:rPr>
                        <a:t>credit_card_balance</a:t>
                      </a:r>
                      <a:endParaRPr lang="fr-FR" sz="9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3 840 312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216702143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solidFill>
                            <a:schemeClr val="tx2"/>
                          </a:solidFill>
                        </a:rPr>
                        <a:t>424,6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773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593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5DC837-FD5D-947C-78C2-369958594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 : analyse exploratoire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1AF28E8-9DCA-15FB-096A-A593651D7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720038" y="993950"/>
            <a:ext cx="4706076" cy="1097117"/>
          </a:xfrm>
          <a:solidFill>
            <a:schemeClr val="bg2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dirty="0"/>
              <a:t>Déséquilibre de la cible (défaut de paiement)</a:t>
            </a:r>
          </a:p>
          <a:p>
            <a:pPr>
              <a:lnSpc>
                <a:spcPct val="150000"/>
              </a:lnSpc>
            </a:pPr>
            <a:r>
              <a:rPr lang="fr-FR" dirty="0"/>
              <a:t>Stratégies d’over/</a:t>
            </a:r>
            <a:r>
              <a:rPr lang="fr-FR" dirty="0" err="1"/>
              <a:t>under</a:t>
            </a:r>
            <a:r>
              <a:rPr lang="fr-FR" dirty="0"/>
              <a:t> sampling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5B944B-B947-5549-C663-C463B8C39F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6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B4EEA7-C910-949E-F089-6D4FB8B49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019" y="2156299"/>
            <a:ext cx="3329811" cy="253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971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0338C-83FF-69AE-DBA1-298803E7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BBB389-C876-8680-BFB7-0E920D291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 : analyse exploratoire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0522F2A-36B0-0D41-2B97-7E3E84EF8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716529" y="1341280"/>
            <a:ext cx="4706076" cy="2066100"/>
          </a:xfrm>
          <a:solidFill>
            <a:schemeClr val="bg2"/>
          </a:solidFill>
        </p:spPr>
        <p:txBody>
          <a:bodyPr/>
          <a:lstStyle/>
          <a:p>
            <a:r>
              <a:rPr lang="fr-FR" dirty="0"/>
              <a:t>Répartition des clients par âge</a:t>
            </a:r>
          </a:p>
          <a:p>
            <a:r>
              <a:rPr lang="fr-FR" dirty="0"/>
              <a:t>Davantage de défaut chez les clients jeunes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0553A7-EB27-F6C9-E55A-5D64F2E264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7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7593F79-67A3-2A85-9722-2530D941D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337" y="837178"/>
            <a:ext cx="3112666" cy="173457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9270870-0BF1-A435-B689-F030969EC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337" y="2632342"/>
            <a:ext cx="3112666" cy="245596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1CB6A5B-D16C-35DF-3F7F-DAB4935B8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7127" y="2789304"/>
            <a:ext cx="2016413" cy="22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707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91A47-336D-96D3-CE41-6939B5D5F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1E5090-2A4D-AD02-437E-A4D6D39C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 : analyse exploratoire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041E69F-593C-849E-25C7-A7D4340F9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716529" y="1341280"/>
            <a:ext cx="4706076" cy="2066100"/>
          </a:xfrm>
          <a:solidFill>
            <a:schemeClr val="bg2"/>
          </a:solidFill>
        </p:spPr>
        <p:txBody>
          <a:bodyPr/>
          <a:lstStyle/>
          <a:p>
            <a:r>
              <a:rPr lang="fr-FR" dirty="0"/>
              <a:t>Revenu annuel : écart des moyennes entre défaut et pas de défaut : 3465.96 euros</a:t>
            </a:r>
          </a:p>
          <a:p>
            <a:pPr>
              <a:lnSpc>
                <a:spcPct val="150000"/>
              </a:lnSpc>
            </a:pPr>
            <a:r>
              <a:rPr lang="fr-FR" dirty="0"/>
              <a:t>Ecart faible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A2C2EE-7055-B25B-5A51-A6C62C7CF3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8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9277D09-E198-B3A3-FFE3-1DB7F597C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089" y="1154964"/>
            <a:ext cx="3072219" cy="168038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CEA2AC9-AED2-77F5-EE00-A2FAFBFA2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089" y="2969056"/>
            <a:ext cx="3072219" cy="168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008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90132-8500-A42A-C7E5-DA1F8E2D2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996E23-5947-20D6-6823-B1B3FD94B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 : analyse exploratoire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1A9DDC9-A7E4-98E4-E6F0-689F7DDF8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716485" y="1577424"/>
            <a:ext cx="4706076" cy="742695"/>
          </a:xfrm>
          <a:solidFill>
            <a:schemeClr val="bg2"/>
          </a:solidFill>
        </p:spPr>
        <p:txBody>
          <a:bodyPr/>
          <a:lstStyle/>
          <a:p>
            <a:r>
              <a:rPr lang="fr-FR" dirty="0"/>
              <a:t>Taux d’annuité : peu d’écart des moyennes entre défaut et pas de défaut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860D74-8875-3750-20F6-B0CD4D6C5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9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CF63AB9-FBC9-862B-AEFC-738537D62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299" y="1126932"/>
            <a:ext cx="3149009" cy="1773837"/>
          </a:xfrm>
          <a:prstGeom prst="rect">
            <a:avLst/>
          </a:prstGeom>
        </p:spPr>
      </p:pic>
      <p:sp>
        <p:nvSpPr>
          <p:cNvPr id="7" name="Sous-titre 2">
            <a:extLst>
              <a:ext uri="{FF2B5EF4-FFF2-40B4-BE49-F238E27FC236}">
                <a16:creationId xmlns:a16="http://schemas.microsoft.com/office/drawing/2014/main" id="{FD934CC9-3D23-EC10-2A0A-81CD4AC3DF25}"/>
              </a:ext>
            </a:extLst>
          </p:cNvPr>
          <p:cNvSpPr txBox="1">
            <a:spLocks/>
          </p:cNvSpPr>
          <p:nvPr/>
        </p:nvSpPr>
        <p:spPr>
          <a:xfrm rot="-224">
            <a:off x="716487" y="3414629"/>
            <a:ext cx="4706076" cy="7426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r>
              <a:rPr lang="fr-FR" dirty="0"/>
              <a:t>Les clients ayant le plus de charges d’annuité font davantage défaut.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278C891-9A92-022A-678D-7B4EC7017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299" y="3075730"/>
            <a:ext cx="3141316" cy="176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708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AAFBF0-3D81-C6E0-09D3-2928D8783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 : </a:t>
            </a:r>
            <a:r>
              <a:rPr lang="fr-FR" dirty="0" err="1"/>
              <a:t>feature</a:t>
            </a:r>
            <a:r>
              <a:rPr lang="fr-FR" dirty="0"/>
              <a:t> engineering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C791399-2291-1EB1-A9BE-282F5F44CF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404625" y="1454689"/>
            <a:ext cx="4805326" cy="15650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dirty="0"/>
              <a:t>Mêmes traitements </a:t>
            </a:r>
            <a:r>
              <a:rPr lang="fr-FR" dirty="0" err="1"/>
              <a:t>application_train</a:t>
            </a:r>
            <a:r>
              <a:rPr lang="fr-FR" dirty="0"/>
              <a:t> / test</a:t>
            </a:r>
          </a:p>
          <a:p>
            <a:pPr>
              <a:lnSpc>
                <a:spcPct val="150000"/>
              </a:lnSpc>
            </a:pPr>
            <a:r>
              <a:rPr lang="fr-FR" dirty="0"/>
              <a:t>Sélection de kernels </a:t>
            </a:r>
            <a:r>
              <a:rPr lang="fr-FR" dirty="0" err="1"/>
              <a:t>Kaggle</a:t>
            </a:r>
            <a:r>
              <a:rPr lang="fr-FR" dirty="0"/>
              <a:t> (point de départ)</a:t>
            </a:r>
          </a:p>
          <a:p>
            <a:pPr>
              <a:lnSpc>
                <a:spcPct val="150000"/>
              </a:lnSpc>
            </a:pPr>
            <a:r>
              <a:rPr lang="fr-FR" dirty="0"/>
              <a:t>Gestion des valeurs manquantes</a:t>
            </a:r>
          </a:p>
          <a:p>
            <a:pPr>
              <a:lnSpc>
                <a:spcPct val="150000"/>
              </a:lnSpc>
            </a:pPr>
            <a:r>
              <a:rPr lang="fr-FR" dirty="0"/>
              <a:t>Sélection de </a:t>
            </a:r>
            <a:r>
              <a:rPr lang="fr-FR" dirty="0" err="1"/>
              <a:t>features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Création de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515232-A88A-348F-522A-EA1B4648A1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10</a:t>
            </a:fld>
            <a:endParaRPr lang="fr-FR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EB4A197E-B235-DB9A-0943-91E7A15833EF}"/>
              </a:ext>
            </a:extLst>
          </p:cNvPr>
          <p:cNvSpPr txBox="1">
            <a:spLocks/>
          </p:cNvSpPr>
          <p:nvPr/>
        </p:nvSpPr>
        <p:spPr>
          <a:xfrm rot="-224">
            <a:off x="382444" y="3799003"/>
            <a:ext cx="4100032" cy="1104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r>
              <a:rPr lang="fr-FR" dirty="0"/>
              <a:t>Agrégation des données </a:t>
            </a:r>
          </a:p>
          <a:p>
            <a:pPr lvl="1" algn="l"/>
            <a:r>
              <a:rPr lang="fr-FR" dirty="0">
                <a:solidFill>
                  <a:srgbClr val="92D050"/>
                </a:solidFill>
              </a:rPr>
              <a:t>par client</a:t>
            </a:r>
          </a:p>
          <a:p>
            <a:pPr lvl="1" algn="l"/>
            <a:r>
              <a:rPr lang="fr-FR" dirty="0">
                <a:solidFill>
                  <a:srgbClr val="FFC000"/>
                </a:solidFill>
              </a:rPr>
              <a:t>par bureau</a:t>
            </a:r>
          </a:p>
          <a:p>
            <a:pPr lvl="1" algn="l"/>
            <a:r>
              <a:rPr lang="fr-FR" dirty="0">
                <a:solidFill>
                  <a:srgbClr val="00B0F0"/>
                </a:solidFill>
              </a:rPr>
              <a:t>par </a:t>
            </a:r>
            <a:r>
              <a:rPr lang="fr-FR" dirty="0" err="1">
                <a:solidFill>
                  <a:srgbClr val="00B0F0"/>
                </a:solidFill>
              </a:rPr>
              <a:t>previous</a:t>
            </a:r>
            <a:r>
              <a:rPr lang="fr-FR" dirty="0">
                <a:solidFill>
                  <a:srgbClr val="00B0F0"/>
                </a:solidFill>
              </a:rPr>
              <a:t> application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D6C38E07-D7EE-F1FD-F313-056FF7A55FE7}"/>
              </a:ext>
            </a:extLst>
          </p:cNvPr>
          <p:cNvGrpSpPr/>
          <p:nvPr/>
        </p:nvGrpSpPr>
        <p:grpSpPr>
          <a:xfrm>
            <a:off x="5114181" y="2179423"/>
            <a:ext cx="3895947" cy="2501064"/>
            <a:chOff x="5114181" y="1770264"/>
            <a:chExt cx="3895947" cy="2501064"/>
          </a:xfrm>
        </p:grpSpPr>
        <p:pic>
          <p:nvPicPr>
            <p:cNvPr id="6" name="Picture 2" descr="Data">
              <a:extLst>
                <a:ext uri="{FF2B5EF4-FFF2-40B4-BE49-F238E27FC236}">
                  <a16:creationId xmlns:a16="http://schemas.microsoft.com/office/drawing/2014/main" id="{8D45DEFB-3C5C-762E-6C24-73F7115143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4181" y="1770264"/>
              <a:ext cx="3895947" cy="25010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E79B542-D985-9ADF-FE11-25D826249884}"/>
                </a:ext>
              </a:extLst>
            </p:cNvPr>
            <p:cNvSpPr/>
            <p:nvPr/>
          </p:nvSpPr>
          <p:spPr>
            <a:xfrm>
              <a:off x="5365898" y="3366977"/>
              <a:ext cx="382772" cy="154615"/>
            </a:xfrm>
            <a:prstGeom prst="rect">
              <a:avLst/>
            </a:prstGeom>
            <a:noFill/>
            <a:ln w="12700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ECDB03A-9CD3-944C-D974-23AAA3F69D01}"/>
                </a:ext>
              </a:extLst>
            </p:cNvPr>
            <p:cNvSpPr/>
            <p:nvPr/>
          </p:nvSpPr>
          <p:spPr>
            <a:xfrm>
              <a:off x="6064103" y="2417135"/>
              <a:ext cx="382772" cy="154615"/>
            </a:xfrm>
            <a:prstGeom prst="rect">
              <a:avLst/>
            </a:prstGeom>
            <a:noFill/>
            <a:ln w="12700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C52FB18-3F50-7592-1BC6-634B7043AB87}"/>
                </a:ext>
              </a:extLst>
            </p:cNvPr>
            <p:cNvSpPr/>
            <p:nvPr/>
          </p:nvSpPr>
          <p:spPr>
            <a:xfrm>
              <a:off x="7230141" y="2262520"/>
              <a:ext cx="382772" cy="154615"/>
            </a:xfrm>
            <a:prstGeom prst="rect">
              <a:avLst/>
            </a:prstGeom>
            <a:noFill/>
            <a:ln w="12700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966FF7-294A-DA3D-6309-3F02EFF3112E}"/>
                </a:ext>
              </a:extLst>
            </p:cNvPr>
            <p:cNvSpPr/>
            <p:nvPr/>
          </p:nvSpPr>
          <p:spPr>
            <a:xfrm>
              <a:off x="8155094" y="2262520"/>
              <a:ext cx="382772" cy="154615"/>
            </a:xfrm>
            <a:prstGeom prst="rect">
              <a:avLst/>
            </a:prstGeom>
            <a:noFill/>
            <a:ln w="12700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AD3A6D-F738-4518-15F4-1B3D7A14F6D0}"/>
                </a:ext>
              </a:extLst>
            </p:cNvPr>
            <p:cNvSpPr/>
            <p:nvPr/>
          </p:nvSpPr>
          <p:spPr>
            <a:xfrm>
              <a:off x="6584941" y="2943488"/>
              <a:ext cx="382772" cy="154615"/>
            </a:xfrm>
            <a:prstGeom prst="rect">
              <a:avLst/>
            </a:prstGeom>
            <a:noFill/>
            <a:ln w="12700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66CA98-263E-1629-FE5E-B59DFE2DAF3A}"/>
                </a:ext>
              </a:extLst>
            </p:cNvPr>
            <p:cNvSpPr/>
            <p:nvPr/>
          </p:nvSpPr>
          <p:spPr>
            <a:xfrm>
              <a:off x="6967713" y="3189616"/>
              <a:ext cx="382772" cy="154615"/>
            </a:xfrm>
            <a:prstGeom prst="rect">
              <a:avLst/>
            </a:prstGeom>
            <a:noFill/>
            <a:ln w="12700"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D64FD1-AD73-07D9-59B0-1402F9C600BC}"/>
                </a:ext>
              </a:extLst>
            </p:cNvPr>
            <p:cNvSpPr/>
            <p:nvPr/>
          </p:nvSpPr>
          <p:spPr>
            <a:xfrm>
              <a:off x="7743970" y="3493240"/>
              <a:ext cx="382772" cy="154615"/>
            </a:xfrm>
            <a:prstGeom prst="rect">
              <a:avLst/>
            </a:prstGeom>
            <a:noFill/>
            <a:ln w="12700"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5E38280-3B45-EC08-C8D1-5803CC73D748}"/>
              </a:ext>
            </a:extLst>
          </p:cNvPr>
          <p:cNvSpPr/>
          <p:nvPr/>
        </p:nvSpPr>
        <p:spPr>
          <a:xfrm>
            <a:off x="620218" y="1167986"/>
            <a:ext cx="4019107" cy="32606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Fichiers principaux (</a:t>
            </a:r>
            <a:r>
              <a:rPr lang="fr-FR" dirty="0" err="1"/>
              <a:t>application_train</a:t>
            </a:r>
            <a:r>
              <a:rPr lang="fr-FR" dirty="0"/>
              <a:t> / test)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15B2C9-E3F2-65E3-34D1-D70B21E1CBF3}"/>
              </a:ext>
            </a:extLst>
          </p:cNvPr>
          <p:cNvSpPr/>
          <p:nvPr/>
        </p:nvSpPr>
        <p:spPr>
          <a:xfrm>
            <a:off x="598053" y="3495246"/>
            <a:ext cx="4019107" cy="32606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Autres fichiers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46E129B2-4457-A591-F935-80E9B6C52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969" y="1492455"/>
            <a:ext cx="1440128" cy="410471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068B1E36-DA32-8105-6BF2-6C8B934AF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555" y="1487658"/>
            <a:ext cx="1541801" cy="41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531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CE0B8-AB85-67A9-6A40-248D6CDBD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3033C1-A776-5C92-E2C2-E7C1F508F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254500"/>
            <a:ext cx="7704000" cy="634500"/>
          </a:xfrm>
          <a:solidFill>
            <a:schemeClr val="bg2"/>
          </a:solidFill>
        </p:spPr>
        <p:txBody>
          <a:bodyPr/>
          <a:lstStyle/>
          <a:p>
            <a:pPr lvl="0" algn="ctr"/>
            <a:r>
              <a:rPr lang="fr-FR" sz="3200" dirty="0"/>
              <a:t>MODÉLISATION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F6C08B-404D-D7B1-3923-089A3199D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95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51A514-321A-59ED-2761-7E8006BD2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323A1D-CAE1-A888-3D5B-79B97BEF7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720124" y="894620"/>
            <a:ext cx="7583955" cy="370974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dirty="0"/>
              <a:t>Expériences : entrainement et monitoring avec différents modèles</a:t>
            </a:r>
          </a:p>
          <a:p>
            <a:pPr lvl="1" algn="l">
              <a:lnSpc>
                <a:spcPct val="150000"/>
              </a:lnSpc>
            </a:pPr>
            <a:r>
              <a:rPr lang="fr-FR" dirty="0"/>
              <a:t>Régression Logistique</a:t>
            </a:r>
          </a:p>
          <a:p>
            <a:pPr lvl="1" algn="l">
              <a:lnSpc>
                <a:spcPct val="150000"/>
              </a:lnSpc>
            </a:pPr>
            <a:r>
              <a:rPr lang="fr-FR" dirty="0" err="1"/>
              <a:t>Random</a:t>
            </a:r>
            <a:r>
              <a:rPr lang="fr-FR" dirty="0"/>
              <a:t> Forest</a:t>
            </a:r>
          </a:p>
          <a:p>
            <a:pPr lvl="1" algn="l">
              <a:lnSpc>
                <a:spcPct val="150000"/>
              </a:lnSpc>
            </a:pPr>
            <a:r>
              <a:rPr lang="fr-FR" dirty="0" err="1"/>
              <a:t>LightGBM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Monitoring avec </a:t>
            </a:r>
            <a:r>
              <a:rPr lang="fr-FR" dirty="0" err="1"/>
              <a:t>MLFlow</a:t>
            </a:r>
            <a:r>
              <a:rPr lang="fr-FR" dirty="0"/>
              <a:t> : </a:t>
            </a:r>
            <a:r>
              <a:rPr lang="fr-FR" dirty="0" err="1"/>
              <a:t>auc</a:t>
            </a:r>
            <a:r>
              <a:rPr lang="fr-FR" dirty="0"/>
              <a:t> et score métier, </a:t>
            </a:r>
          </a:p>
          <a:p>
            <a:pPr>
              <a:lnSpc>
                <a:spcPct val="150000"/>
              </a:lnSpc>
            </a:pPr>
            <a:r>
              <a:rPr lang="fr-FR" dirty="0" err="1"/>
              <a:t>Preprocessing</a:t>
            </a:r>
            <a:r>
              <a:rPr lang="fr-FR" dirty="0"/>
              <a:t> : imputation valeurs manquantes, Standardisation, One Hot </a:t>
            </a:r>
            <a:r>
              <a:rPr lang="fr-FR" dirty="0" err="1"/>
              <a:t>Encoding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Pipeline</a:t>
            </a:r>
          </a:p>
          <a:p>
            <a:pPr>
              <a:lnSpc>
                <a:spcPct val="150000"/>
              </a:lnSpc>
            </a:pPr>
            <a:r>
              <a:rPr lang="fr-FR" dirty="0"/>
              <a:t>Validation croisée</a:t>
            </a:r>
          </a:p>
          <a:p>
            <a:pPr>
              <a:lnSpc>
                <a:spcPct val="150000"/>
              </a:lnSpc>
            </a:pPr>
            <a:r>
              <a:rPr lang="fr-FR" dirty="0" err="1"/>
              <a:t>Scoring</a:t>
            </a:r>
            <a:r>
              <a:rPr lang="fr-FR" dirty="0"/>
              <a:t> métier</a:t>
            </a:r>
          </a:p>
          <a:p>
            <a:pPr>
              <a:lnSpc>
                <a:spcPct val="150000"/>
              </a:lnSpc>
            </a:pPr>
            <a:r>
              <a:rPr lang="fr-FR" dirty="0"/>
              <a:t>SMOTE</a:t>
            </a:r>
          </a:p>
          <a:p>
            <a:pPr>
              <a:lnSpc>
                <a:spcPct val="150000"/>
              </a:lnSpc>
            </a:pPr>
            <a:r>
              <a:rPr lang="fr-FR" dirty="0"/>
              <a:t>Calcul d’un seuil métier de manière à garantir la sécurité financière du modèle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80CA8D-4C7B-2004-3401-E24DF72C7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654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C1E8D8-4DC0-BCB4-71A4-35237F45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MLFLOW : EXPÉRIENCES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04B951-400A-21FA-01E5-D3BD79624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720015" y="1033787"/>
            <a:ext cx="4596900" cy="358030"/>
          </a:xfrm>
        </p:spPr>
        <p:txBody>
          <a:bodyPr/>
          <a:lstStyle/>
          <a:p>
            <a:r>
              <a:rPr lang="fr-FR" dirty="0"/>
              <a:t>On procède par expériences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304AE8-E84C-2AB5-66F1-995443FB16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13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B22E2CE-D52C-596A-DF31-427594B43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439" y="1603793"/>
            <a:ext cx="6107121" cy="291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175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B851B1-CCA4-15B1-FDC6-075756C73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VISUALISATION MLFLOW UI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7A85968-916A-2646-CD28-2FF04D9EA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720023" y="821856"/>
            <a:ext cx="7772372" cy="804543"/>
          </a:xfrm>
        </p:spPr>
        <p:txBody>
          <a:bodyPr/>
          <a:lstStyle/>
          <a:p>
            <a:r>
              <a:rPr lang="fr-FR" dirty="0"/>
              <a:t>On compare les runs pour sélectionner le meilleur modèle.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81E43A-A754-B731-914D-A234F52262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14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B2A68E4-DCCF-56AB-103D-9D696F745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88" y="1709286"/>
            <a:ext cx="7772400" cy="282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05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DA15F-317C-2D4F-D257-9FE07078B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A1FF7F-4F5C-1B25-0509-491EE28E8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VISUALISATION MLFLOW UI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0E6BD55-0CB4-6477-C287-A7E5F8493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202314" y="842156"/>
            <a:ext cx="2557081" cy="4114044"/>
          </a:xfrm>
          <a:solidFill>
            <a:schemeClr val="bg2">
              <a:lumMod val="90000"/>
              <a:lumOff val="10000"/>
            </a:schemeClr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sz="1200" dirty="0"/>
              <a:t>On visualise :</a:t>
            </a:r>
          </a:p>
          <a:p>
            <a:pPr lvl="1" algn="l">
              <a:lnSpc>
                <a:spcPct val="150000"/>
              </a:lnSpc>
            </a:pPr>
            <a:r>
              <a:rPr lang="fr-FR" sz="1200" dirty="0"/>
              <a:t>Les métriques</a:t>
            </a:r>
          </a:p>
          <a:p>
            <a:pPr lvl="1" algn="l">
              <a:lnSpc>
                <a:spcPct val="150000"/>
              </a:lnSpc>
            </a:pPr>
            <a:r>
              <a:rPr lang="fr-FR" sz="1200" dirty="0"/>
              <a:t>Les paramètres</a:t>
            </a:r>
          </a:p>
          <a:p>
            <a:pPr lvl="1" algn="l">
              <a:lnSpc>
                <a:spcPct val="150000"/>
              </a:lnSpc>
            </a:pPr>
            <a:r>
              <a:rPr lang="fr-FR" sz="1200" dirty="0"/>
              <a:t>Le modèle</a:t>
            </a:r>
          </a:p>
          <a:p>
            <a:pPr>
              <a:lnSpc>
                <a:spcPct val="150000"/>
              </a:lnSpc>
            </a:pPr>
            <a:r>
              <a:rPr lang="fr-FR" sz="1200" dirty="0"/>
              <a:t>L’enregistrement du modèle (alias) permet d’automatiser la sélection du meilleur modèle pour l’api.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E8A390-4E5A-42DC-A19F-089E580FBC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15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C377E79-457F-BA46-46AC-080BD9BA5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133" y="842156"/>
            <a:ext cx="5884471" cy="221857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A166693-CDCC-84CB-EED6-B12218840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758" y="3166790"/>
            <a:ext cx="5885846" cy="178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049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45118-A3C8-EE93-47E3-F07488B8D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39DA63-E1BD-312C-540F-3BD5473D2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SCORE MÉTIER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BF0B374-4D4B-11D5-4F25-4D7C6C445D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719996" y="789213"/>
            <a:ext cx="5269172" cy="358028"/>
          </a:xfrm>
        </p:spPr>
        <p:txBody>
          <a:bodyPr/>
          <a:lstStyle/>
          <a:p>
            <a:r>
              <a:rPr lang="fr-FR" dirty="0"/>
              <a:t>Pour chaque modèle (combinaison d’hyperparamètres) :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D9B768-1AA0-7FCF-1C1C-21F8456477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16</a:t>
            </a:fld>
            <a:endParaRPr lang="fr-FR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48DB24EE-E69A-99E6-3242-03DBCE2D6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670226"/>
              </p:ext>
            </p:extLst>
          </p:nvPr>
        </p:nvGraphicFramePr>
        <p:xfrm>
          <a:off x="844270" y="1502704"/>
          <a:ext cx="3727730" cy="304800"/>
        </p:xfrm>
        <a:graphic>
          <a:graphicData uri="http://schemas.openxmlformats.org/drawingml/2006/table">
            <a:tbl>
              <a:tblPr firstRow="1" bandRow="1">
                <a:tableStyleId>{B7C202B8-F182-47B6-9B4C-18B050B8E033}</a:tableStyleId>
              </a:tblPr>
              <a:tblGrid>
                <a:gridCol w="2982184">
                  <a:extLst>
                    <a:ext uri="{9D8B030D-6E8A-4147-A177-3AD203B41FA5}">
                      <a16:colId xmlns:a16="http://schemas.microsoft.com/office/drawing/2014/main" val="1865904294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1661594298"/>
                    </a:ext>
                  </a:extLst>
                </a:gridCol>
              </a:tblGrid>
              <a:tr h="26510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TRAIN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89374"/>
                  </a:ext>
                </a:extLst>
              </a:tr>
            </a:tbl>
          </a:graphicData>
        </a:graphic>
      </p:graphicFrame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9545B3EA-6634-24C7-0DF4-0363DA19A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261043"/>
              </p:ext>
            </p:extLst>
          </p:nvPr>
        </p:nvGraphicFramePr>
        <p:xfrm>
          <a:off x="844270" y="2035198"/>
          <a:ext cx="3727730" cy="304800"/>
        </p:xfrm>
        <a:graphic>
          <a:graphicData uri="http://schemas.openxmlformats.org/drawingml/2006/table">
            <a:tbl>
              <a:tblPr firstRow="1" bandRow="1">
                <a:tableStyleId>{B7C202B8-F182-47B6-9B4C-18B050B8E033}</a:tableStyleId>
              </a:tblPr>
              <a:tblGrid>
                <a:gridCol w="745546">
                  <a:extLst>
                    <a:ext uri="{9D8B030D-6E8A-4147-A177-3AD203B41FA5}">
                      <a16:colId xmlns:a16="http://schemas.microsoft.com/office/drawing/2014/main" val="1865904294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3917314839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752961964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1592261757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1661594298"/>
                    </a:ext>
                  </a:extLst>
                </a:gridCol>
              </a:tblGrid>
              <a:tr h="2651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89374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661B3E2C-64E9-2434-25E2-08389568A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759971"/>
              </p:ext>
            </p:extLst>
          </p:nvPr>
        </p:nvGraphicFramePr>
        <p:xfrm>
          <a:off x="844270" y="2564258"/>
          <a:ext cx="3727730" cy="304800"/>
        </p:xfrm>
        <a:graphic>
          <a:graphicData uri="http://schemas.openxmlformats.org/drawingml/2006/table">
            <a:tbl>
              <a:tblPr firstRow="1" bandRow="1">
                <a:tableStyleId>{B7C202B8-F182-47B6-9B4C-18B050B8E033}</a:tableStyleId>
              </a:tblPr>
              <a:tblGrid>
                <a:gridCol w="745546">
                  <a:extLst>
                    <a:ext uri="{9D8B030D-6E8A-4147-A177-3AD203B41FA5}">
                      <a16:colId xmlns:a16="http://schemas.microsoft.com/office/drawing/2014/main" val="1865904294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3917314839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752961964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1592261757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1661594298"/>
                    </a:ext>
                  </a:extLst>
                </a:gridCol>
              </a:tblGrid>
              <a:tr h="2651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89374"/>
                  </a:ext>
                </a:extLst>
              </a:tr>
            </a:tbl>
          </a:graphicData>
        </a:graphic>
      </p:graphicFrame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7188878C-DB5D-C526-3AD9-BB133FF1A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478719"/>
              </p:ext>
            </p:extLst>
          </p:nvPr>
        </p:nvGraphicFramePr>
        <p:xfrm>
          <a:off x="844270" y="3091668"/>
          <a:ext cx="3727730" cy="304800"/>
        </p:xfrm>
        <a:graphic>
          <a:graphicData uri="http://schemas.openxmlformats.org/drawingml/2006/table">
            <a:tbl>
              <a:tblPr firstRow="1" bandRow="1">
                <a:tableStyleId>{B7C202B8-F182-47B6-9B4C-18B050B8E033}</a:tableStyleId>
              </a:tblPr>
              <a:tblGrid>
                <a:gridCol w="745546">
                  <a:extLst>
                    <a:ext uri="{9D8B030D-6E8A-4147-A177-3AD203B41FA5}">
                      <a16:colId xmlns:a16="http://schemas.microsoft.com/office/drawing/2014/main" val="1865904294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3917314839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752961964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1592261757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1661594298"/>
                    </a:ext>
                  </a:extLst>
                </a:gridCol>
              </a:tblGrid>
              <a:tr h="2651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89374"/>
                  </a:ext>
                </a:extLst>
              </a:tr>
            </a:tbl>
          </a:graphicData>
        </a:graphic>
      </p:graphicFrame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E2887C96-796F-404F-0A07-A0FFB2EE3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076691"/>
              </p:ext>
            </p:extLst>
          </p:nvPr>
        </p:nvGraphicFramePr>
        <p:xfrm>
          <a:off x="844270" y="3619078"/>
          <a:ext cx="3727730" cy="304800"/>
        </p:xfrm>
        <a:graphic>
          <a:graphicData uri="http://schemas.openxmlformats.org/drawingml/2006/table">
            <a:tbl>
              <a:tblPr firstRow="1" bandRow="1">
                <a:tableStyleId>{B7C202B8-F182-47B6-9B4C-18B050B8E033}</a:tableStyleId>
              </a:tblPr>
              <a:tblGrid>
                <a:gridCol w="745546">
                  <a:extLst>
                    <a:ext uri="{9D8B030D-6E8A-4147-A177-3AD203B41FA5}">
                      <a16:colId xmlns:a16="http://schemas.microsoft.com/office/drawing/2014/main" val="1865904294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3917314839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752961964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1592261757"/>
                    </a:ext>
                  </a:extLst>
                </a:gridCol>
                <a:gridCol w="745546">
                  <a:extLst>
                    <a:ext uri="{9D8B030D-6E8A-4147-A177-3AD203B41FA5}">
                      <a16:colId xmlns:a16="http://schemas.microsoft.com/office/drawing/2014/main" val="1661594298"/>
                    </a:ext>
                  </a:extLst>
                </a:gridCol>
              </a:tblGrid>
              <a:tr h="2651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89374"/>
                  </a:ext>
                </a:extLst>
              </a:tr>
            </a:tbl>
          </a:graphicData>
        </a:graphic>
      </p:graphicFrame>
      <p:sp>
        <p:nvSpPr>
          <p:cNvPr id="13" name="Ellipse 12">
            <a:extLst>
              <a:ext uri="{FF2B5EF4-FFF2-40B4-BE49-F238E27FC236}">
                <a16:creationId xmlns:a16="http://schemas.microsoft.com/office/drawing/2014/main" id="{E946AFE1-FFC7-0251-8815-B9417CCEC12A}"/>
              </a:ext>
            </a:extLst>
          </p:cNvPr>
          <p:cNvSpPr/>
          <p:nvPr/>
        </p:nvSpPr>
        <p:spPr>
          <a:xfrm>
            <a:off x="275128" y="1517636"/>
            <a:ext cx="274935" cy="2749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88B8D8B2-6374-6F86-6098-30D83F13DF7C}"/>
              </a:ext>
            </a:extLst>
          </p:cNvPr>
          <p:cNvSpPr/>
          <p:nvPr/>
        </p:nvSpPr>
        <p:spPr>
          <a:xfrm>
            <a:off x="275128" y="2050130"/>
            <a:ext cx="274935" cy="2749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9980385F-B82A-C799-21FA-08EF8200EF3D}"/>
              </a:ext>
            </a:extLst>
          </p:cNvPr>
          <p:cNvSpPr/>
          <p:nvPr/>
        </p:nvSpPr>
        <p:spPr>
          <a:xfrm>
            <a:off x="275128" y="2579190"/>
            <a:ext cx="274935" cy="2749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1F081C9D-642C-683E-F0A6-4F3F2220404C}"/>
              </a:ext>
            </a:extLst>
          </p:cNvPr>
          <p:cNvSpPr/>
          <p:nvPr/>
        </p:nvSpPr>
        <p:spPr>
          <a:xfrm>
            <a:off x="275128" y="3100506"/>
            <a:ext cx="274935" cy="2749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B8922AD4-FE5A-B4E9-7D2B-717F5CFE18CC}"/>
              </a:ext>
            </a:extLst>
          </p:cNvPr>
          <p:cNvSpPr/>
          <p:nvPr/>
        </p:nvSpPr>
        <p:spPr>
          <a:xfrm>
            <a:off x="275128" y="3634010"/>
            <a:ext cx="274935" cy="2749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70C0"/>
                </a:solidFill>
              </a:rPr>
              <a:t>5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E570330-2917-4F50-11C9-70D123663611}"/>
              </a:ext>
            </a:extLst>
          </p:cNvPr>
          <p:cNvGrpSpPr/>
          <p:nvPr/>
        </p:nvGrpSpPr>
        <p:grpSpPr>
          <a:xfrm>
            <a:off x="5186994" y="1943078"/>
            <a:ext cx="2337989" cy="1551306"/>
            <a:chOff x="6254368" y="2155907"/>
            <a:chExt cx="2337989" cy="155130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041F516-5360-F2A7-81B3-C5D12447BE1F}"/>
                </a:ext>
              </a:extLst>
            </p:cNvPr>
            <p:cNvSpPr/>
            <p:nvPr/>
          </p:nvSpPr>
          <p:spPr>
            <a:xfrm>
              <a:off x="6254368" y="2155907"/>
              <a:ext cx="2337989" cy="1551306"/>
            </a:xfrm>
            <a:prstGeom prst="rect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A9D339D0-E557-DC81-DBE2-5B1A8FE6241A}"/>
                </a:ext>
              </a:extLst>
            </p:cNvPr>
            <p:cNvSpPr txBox="1"/>
            <p:nvPr/>
          </p:nvSpPr>
          <p:spPr>
            <a:xfrm>
              <a:off x="6415158" y="3307568"/>
              <a:ext cx="1447832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sz="1050" dirty="0">
                  <a:solidFill>
                    <a:schemeClr val="tx2"/>
                  </a:solidFill>
                </a:rPr>
                <a:t>Score = 10 x </a:t>
              </a:r>
              <a:r>
                <a:rPr lang="fr-FR" sz="1050" dirty="0" err="1">
                  <a:solidFill>
                    <a:schemeClr val="tx2"/>
                  </a:solidFill>
                </a:rPr>
                <a:t>fn</a:t>
              </a:r>
              <a:r>
                <a:rPr lang="fr-FR" sz="1050" dirty="0">
                  <a:solidFill>
                    <a:schemeClr val="tx2"/>
                  </a:solidFill>
                </a:rPr>
                <a:t> + </a:t>
              </a:r>
              <a:r>
                <a:rPr lang="fr-FR" sz="1050" dirty="0" err="1">
                  <a:solidFill>
                    <a:schemeClr val="tx2"/>
                  </a:solidFill>
                </a:rPr>
                <a:t>fp</a:t>
              </a:r>
              <a:r>
                <a:rPr lang="fr-FR" sz="1050" dirty="0">
                  <a:solidFill>
                    <a:schemeClr val="tx2"/>
                  </a:solidFill>
                </a:rPr>
                <a:t> </a:t>
              </a:r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0DBE232D-9CEC-BBB9-1D09-7CDCCCBBAA8F}"/>
                </a:ext>
              </a:extLst>
            </p:cNvPr>
            <p:cNvSpPr txBox="1"/>
            <p:nvPr/>
          </p:nvSpPr>
          <p:spPr>
            <a:xfrm>
              <a:off x="6415158" y="2288857"/>
              <a:ext cx="203292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sz="1050" dirty="0" err="1">
                  <a:solidFill>
                    <a:schemeClr val="tx2"/>
                  </a:solidFill>
                </a:rPr>
                <a:t>y_pred</a:t>
              </a:r>
              <a:r>
                <a:rPr lang="fr-FR" sz="1050" dirty="0">
                  <a:solidFill>
                    <a:schemeClr val="tx2"/>
                  </a:solidFill>
                </a:rPr>
                <a:t> = </a:t>
              </a:r>
              <a:r>
                <a:rPr lang="fr-FR" sz="1050" dirty="0" err="1">
                  <a:solidFill>
                    <a:schemeClr val="tx2"/>
                  </a:solidFill>
                </a:rPr>
                <a:t>model.predict</a:t>
              </a:r>
              <a:r>
                <a:rPr lang="fr-FR" sz="1050" dirty="0">
                  <a:solidFill>
                    <a:schemeClr val="tx2"/>
                  </a:solidFill>
                </a:rPr>
                <a:t>(</a:t>
              </a:r>
              <a:r>
                <a:rPr lang="fr-FR" sz="1050" dirty="0" err="1">
                  <a:solidFill>
                    <a:schemeClr val="tx2"/>
                  </a:solidFill>
                </a:rPr>
                <a:t>X_test</a:t>
              </a:r>
              <a:r>
                <a:rPr lang="fr-FR" sz="1050" dirty="0">
                  <a:solidFill>
                    <a:schemeClr val="tx2"/>
                  </a:solidFill>
                </a:rPr>
                <a:t>)</a:t>
              </a: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22F0D984-E10D-15CF-A802-FDEC9B4FE705}"/>
                </a:ext>
              </a:extLst>
            </p:cNvPr>
            <p:cNvSpPr txBox="1"/>
            <p:nvPr/>
          </p:nvSpPr>
          <p:spPr>
            <a:xfrm>
              <a:off x="6415158" y="2629936"/>
              <a:ext cx="217719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sz="1050" dirty="0" err="1">
                  <a:solidFill>
                    <a:schemeClr val="tx2"/>
                  </a:solidFill>
                </a:rPr>
                <a:t>fn</a:t>
              </a:r>
              <a:r>
                <a:rPr lang="fr-FR" sz="1050" dirty="0">
                  <a:solidFill>
                    <a:schemeClr val="tx2"/>
                  </a:solidFill>
                </a:rPr>
                <a:t> = (</a:t>
              </a:r>
              <a:r>
                <a:rPr lang="fr-FR" sz="1050" dirty="0" err="1">
                  <a:solidFill>
                    <a:schemeClr val="tx2"/>
                  </a:solidFill>
                </a:rPr>
                <a:t>y_pred</a:t>
              </a:r>
              <a:r>
                <a:rPr lang="fr-FR" sz="1050" dirty="0">
                  <a:solidFill>
                    <a:schemeClr val="tx2"/>
                  </a:solidFill>
                </a:rPr>
                <a:t> == 0) &amp; (</a:t>
              </a:r>
              <a:r>
                <a:rPr lang="fr-FR" sz="1050" dirty="0" err="1">
                  <a:solidFill>
                    <a:schemeClr val="tx2"/>
                  </a:solidFill>
                </a:rPr>
                <a:t>y_test</a:t>
              </a:r>
              <a:r>
                <a:rPr lang="fr-FR" sz="1050" dirty="0">
                  <a:solidFill>
                    <a:schemeClr val="tx2"/>
                  </a:solidFill>
                </a:rPr>
                <a:t> == 1)</a:t>
              </a:r>
            </a:p>
          </p:txBody>
        </p:sp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8DBA0E0B-52E2-83E1-0CFA-9D1641778105}"/>
                </a:ext>
              </a:extLst>
            </p:cNvPr>
            <p:cNvSpPr txBox="1"/>
            <p:nvPr/>
          </p:nvSpPr>
          <p:spPr>
            <a:xfrm>
              <a:off x="6415158" y="2971015"/>
              <a:ext cx="217719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sz="1050" dirty="0" err="1">
                  <a:solidFill>
                    <a:schemeClr val="tx2"/>
                  </a:solidFill>
                </a:rPr>
                <a:t>fp</a:t>
              </a:r>
              <a:r>
                <a:rPr lang="fr-FR" sz="1050" dirty="0">
                  <a:solidFill>
                    <a:schemeClr val="tx2"/>
                  </a:solidFill>
                </a:rPr>
                <a:t> = (</a:t>
              </a:r>
              <a:r>
                <a:rPr lang="fr-FR" sz="1050" dirty="0" err="1">
                  <a:solidFill>
                    <a:schemeClr val="tx2"/>
                  </a:solidFill>
                </a:rPr>
                <a:t>y_pred</a:t>
              </a:r>
              <a:r>
                <a:rPr lang="fr-FR" sz="1050" dirty="0">
                  <a:solidFill>
                    <a:schemeClr val="tx2"/>
                  </a:solidFill>
                </a:rPr>
                <a:t> == 1) &amp; (</a:t>
              </a:r>
              <a:r>
                <a:rPr lang="fr-FR" sz="1050" dirty="0" err="1">
                  <a:solidFill>
                    <a:schemeClr val="tx2"/>
                  </a:solidFill>
                </a:rPr>
                <a:t>y_test</a:t>
              </a:r>
              <a:r>
                <a:rPr lang="fr-FR" sz="1050" dirty="0">
                  <a:solidFill>
                    <a:schemeClr val="tx2"/>
                  </a:solidFill>
                </a:rPr>
                <a:t> == 0)</a:t>
              </a:r>
            </a:p>
          </p:txBody>
        </p:sp>
      </p:grp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8C8225E3-EE1C-AB2E-762A-7FB24F62383B}"/>
              </a:ext>
            </a:extLst>
          </p:cNvPr>
          <p:cNvCxnSpPr>
            <a:cxnSpLocks/>
            <a:stCxn id="5" idx="3"/>
            <a:endCxn id="35" idx="1"/>
          </p:cNvCxnSpPr>
          <p:nvPr/>
        </p:nvCxnSpPr>
        <p:spPr>
          <a:xfrm>
            <a:off x="4572000" y="1655104"/>
            <a:ext cx="614994" cy="1063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2791EBB2-7B9C-6142-CA81-BB7B948E6772}"/>
              </a:ext>
            </a:extLst>
          </p:cNvPr>
          <p:cNvCxnSpPr>
            <a:cxnSpLocks/>
            <a:stCxn id="6" idx="3"/>
            <a:endCxn id="35" idx="1"/>
          </p:cNvCxnSpPr>
          <p:nvPr/>
        </p:nvCxnSpPr>
        <p:spPr>
          <a:xfrm>
            <a:off x="4572000" y="2187598"/>
            <a:ext cx="614994" cy="531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EF115B8D-7206-3154-7ABB-5001308F6275}"/>
              </a:ext>
            </a:extLst>
          </p:cNvPr>
          <p:cNvCxnSpPr>
            <a:cxnSpLocks/>
            <a:stCxn id="7" idx="3"/>
            <a:endCxn id="35" idx="1"/>
          </p:cNvCxnSpPr>
          <p:nvPr/>
        </p:nvCxnSpPr>
        <p:spPr>
          <a:xfrm>
            <a:off x="4572000" y="2716658"/>
            <a:ext cx="614994" cy="2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E8A03117-641F-EFA5-4AD9-B1AD3AF0635F}"/>
              </a:ext>
            </a:extLst>
          </p:cNvPr>
          <p:cNvCxnSpPr>
            <a:cxnSpLocks/>
            <a:stCxn id="8" idx="3"/>
            <a:endCxn id="35" idx="1"/>
          </p:cNvCxnSpPr>
          <p:nvPr/>
        </p:nvCxnSpPr>
        <p:spPr>
          <a:xfrm flipV="1">
            <a:off x="4572000" y="2718731"/>
            <a:ext cx="614994" cy="525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4016BE44-37BA-E46E-D494-6E2A92E98621}"/>
              </a:ext>
            </a:extLst>
          </p:cNvPr>
          <p:cNvCxnSpPr>
            <a:cxnSpLocks/>
            <a:stCxn id="9" idx="3"/>
            <a:endCxn id="35" idx="1"/>
          </p:cNvCxnSpPr>
          <p:nvPr/>
        </p:nvCxnSpPr>
        <p:spPr>
          <a:xfrm flipV="1">
            <a:off x="4572000" y="2718731"/>
            <a:ext cx="614994" cy="1052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ZoneTexte 75">
            <a:extLst>
              <a:ext uri="{FF2B5EF4-FFF2-40B4-BE49-F238E27FC236}">
                <a16:creationId xmlns:a16="http://schemas.microsoft.com/office/drawing/2014/main" id="{EC79E458-D181-F0E0-E5B0-16235A338F63}"/>
              </a:ext>
            </a:extLst>
          </p:cNvPr>
          <p:cNvSpPr txBox="1"/>
          <p:nvPr/>
        </p:nvSpPr>
        <p:spPr>
          <a:xfrm>
            <a:off x="8158421" y="1545894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solidFill>
                  <a:schemeClr val="tx2"/>
                </a:solidFill>
              </a:rPr>
              <a:t>Score_1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9A9AB344-E76F-2707-C46F-C2AC10C36AFE}"/>
              </a:ext>
            </a:extLst>
          </p:cNvPr>
          <p:cNvSpPr txBox="1"/>
          <p:nvPr/>
        </p:nvSpPr>
        <p:spPr>
          <a:xfrm>
            <a:off x="8158420" y="2072181"/>
            <a:ext cx="6880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solidFill>
                  <a:schemeClr val="tx2"/>
                </a:solidFill>
              </a:rPr>
              <a:t>Score_2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ECFD29DA-B828-98E2-FB09-44526FED924A}"/>
              </a:ext>
            </a:extLst>
          </p:cNvPr>
          <p:cNvSpPr txBox="1"/>
          <p:nvPr/>
        </p:nvSpPr>
        <p:spPr>
          <a:xfrm>
            <a:off x="8158419" y="2598468"/>
            <a:ext cx="6880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solidFill>
                  <a:schemeClr val="tx2"/>
                </a:solidFill>
              </a:rPr>
              <a:t>Score_3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89759740-B5F9-3144-F942-990EB3BAD668}"/>
              </a:ext>
            </a:extLst>
          </p:cNvPr>
          <p:cNvSpPr txBox="1"/>
          <p:nvPr/>
        </p:nvSpPr>
        <p:spPr>
          <a:xfrm>
            <a:off x="8158418" y="3124755"/>
            <a:ext cx="6880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solidFill>
                  <a:schemeClr val="tx2"/>
                </a:solidFill>
              </a:rPr>
              <a:t>Score_4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795DF4DB-76EE-4D2E-FF1C-0F1DC59BB665}"/>
              </a:ext>
            </a:extLst>
          </p:cNvPr>
          <p:cNvSpPr txBox="1"/>
          <p:nvPr/>
        </p:nvSpPr>
        <p:spPr>
          <a:xfrm>
            <a:off x="8158417" y="3651042"/>
            <a:ext cx="6880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solidFill>
                  <a:schemeClr val="tx2"/>
                </a:solidFill>
              </a:rPr>
              <a:t>Score_4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9DC6C16E-12FA-8B1D-457B-F5869F26E4C3}"/>
              </a:ext>
            </a:extLst>
          </p:cNvPr>
          <p:cNvSpPr txBox="1"/>
          <p:nvPr/>
        </p:nvSpPr>
        <p:spPr>
          <a:xfrm>
            <a:off x="7975716" y="4234045"/>
            <a:ext cx="10182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 err="1">
                <a:solidFill>
                  <a:schemeClr val="tx2"/>
                </a:solidFill>
              </a:rPr>
              <a:t>Score_moyen</a:t>
            </a:r>
            <a:endParaRPr lang="fr-FR" sz="1050" dirty="0">
              <a:solidFill>
                <a:schemeClr val="tx2"/>
              </a:solidFill>
            </a:endParaRPr>
          </a:p>
        </p:txBody>
      </p: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FDCC40FA-E072-CF12-A8B6-5D7CC72AD7DD}"/>
              </a:ext>
            </a:extLst>
          </p:cNvPr>
          <p:cNvCxnSpPr>
            <a:cxnSpLocks/>
            <a:stCxn id="35" idx="3"/>
            <a:endCxn id="76" idx="1"/>
          </p:cNvCxnSpPr>
          <p:nvPr/>
        </p:nvCxnSpPr>
        <p:spPr>
          <a:xfrm flipV="1">
            <a:off x="7524983" y="1676699"/>
            <a:ext cx="633438" cy="1042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BC326392-673C-5C65-91E8-74844AA5D145}"/>
              </a:ext>
            </a:extLst>
          </p:cNvPr>
          <p:cNvCxnSpPr>
            <a:cxnSpLocks/>
            <a:stCxn id="35" idx="3"/>
            <a:endCxn id="77" idx="1"/>
          </p:cNvCxnSpPr>
          <p:nvPr/>
        </p:nvCxnSpPr>
        <p:spPr>
          <a:xfrm flipV="1">
            <a:off x="7524983" y="2199139"/>
            <a:ext cx="633437" cy="519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D40541D0-D005-EE93-1BB5-45C140E85DEA}"/>
              </a:ext>
            </a:extLst>
          </p:cNvPr>
          <p:cNvCxnSpPr>
            <a:cxnSpLocks/>
            <a:stCxn id="35" idx="3"/>
            <a:endCxn id="78" idx="1"/>
          </p:cNvCxnSpPr>
          <p:nvPr/>
        </p:nvCxnSpPr>
        <p:spPr>
          <a:xfrm>
            <a:off x="7524983" y="2718731"/>
            <a:ext cx="633436" cy="6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avec flèche 90">
            <a:extLst>
              <a:ext uri="{FF2B5EF4-FFF2-40B4-BE49-F238E27FC236}">
                <a16:creationId xmlns:a16="http://schemas.microsoft.com/office/drawing/2014/main" id="{970D47B5-BAAE-9920-6685-4674D616AA7F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7524983" y="2718731"/>
            <a:ext cx="633436" cy="526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avec flèche 92">
            <a:extLst>
              <a:ext uri="{FF2B5EF4-FFF2-40B4-BE49-F238E27FC236}">
                <a16:creationId xmlns:a16="http://schemas.microsoft.com/office/drawing/2014/main" id="{E0DD755D-1DBC-9B74-4108-8AB4C586A216}"/>
              </a:ext>
            </a:extLst>
          </p:cNvPr>
          <p:cNvCxnSpPr>
            <a:cxnSpLocks/>
            <a:stCxn id="35" idx="3"/>
            <a:endCxn id="80" idx="1"/>
          </p:cNvCxnSpPr>
          <p:nvPr/>
        </p:nvCxnSpPr>
        <p:spPr>
          <a:xfrm>
            <a:off x="7524983" y="2718731"/>
            <a:ext cx="633434" cy="1059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avec flèche 95">
            <a:extLst>
              <a:ext uri="{FF2B5EF4-FFF2-40B4-BE49-F238E27FC236}">
                <a16:creationId xmlns:a16="http://schemas.microsoft.com/office/drawing/2014/main" id="{6BC035B9-9763-BF8F-EE17-3A75EA3AB4CE}"/>
              </a:ext>
            </a:extLst>
          </p:cNvPr>
          <p:cNvCxnSpPr>
            <a:cxnSpLocks/>
            <a:stCxn id="81" idx="1"/>
          </p:cNvCxnSpPr>
          <p:nvPr/>
        </p:nvCxnSpPr>
        <p:spPr>
          <a:xfrm flipH="1">
            <a:off x="6956045" y="4361003"/>
            <a:ext cx="10196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ZoneTexte 98">
            <a:extLst>
              <a:ext uri="{FF2B5EF4-FFF2-40B4-BE49-F238E27FC236}">
                <a16:creationId xmlns:a16="http://schemas.microsoft.com/office/drawing/2014/main" id="{67E95D35-3852-085F-B233-0DE0479F931B}"/>
              </a:ext>
            </a:extLst>
          </p:cNvPr>
          <p:cNvSpPr txBox="1"/>
          <p:nvPr/>
        </p:nvSpPr>
        <p:spPr>
          <a:xfrm>
            <a:off x="2248043" y="4227501"/>
            <a:ext cx="478368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solidFill>
                  <a:srgbClr val="92D050"/>
                </a:solidFill>
              </a:rPr>
              <a:t>On conserve les hyperparamètres du modèle ayant le meilleur score moyen</a:t>
            </a:r>
          </a:p>
        </p:txBody>
      </p:sp>
    </p:spTree>
    <p:extLst>
      <p:ext uri="{BB962C8B-B14F-4D97-AF65-F5344CB8AC3E}">
        <p14:creationId xmlns:p14="http://schemas.microsoft.com/office/powerpoint/2010/main" val="1440274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37BE5E2-A95D-0907-E7CA-E307D3378E0B}"/>
              </a:ext>
            </a:extLst>
          </p:cNvPr>
          <p:cNvSpPr/>
          <p:nvPr/>
        </p:nvSpPr>
        <p:spPr>
          <a:xfrm>
            <a:off x="290790" y="3375128"/>
            <a:ext cx="8562419" cy="1581061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F99896-5B36-0E79-53DA-879AF2F8B3E3}"/>
              </a:ext>
            </a:extLst>
          </p:cNvPr>
          <p:cNvSpPr/>
          <p:nvPr/>
        </p:nvSpPr>
        <p:spPr>
          <a:xfrm>
            <a:off x="290791" y="821810"/>
            <a:ext cx="8562419" cy="2431188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9D73805-22E6-210A-6FBD-14DF480BC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SEUIL DE DÉCISION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2AC14CB-D365-AA33-E233-898DC8EEE7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17</a:t>
            </a:fld>
            <a:endParaRPr lang="fr-FR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C33344ED-B13D-6C56-49AA-97CA4BFCB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655488"/>
              </p:ext>
            </p:extLst>
          </p:nvPr>
        </p:nvGraphicFramePr>
        <p:xfrm>
          <a:off x="2642093" y="1321183"/>
          <a:ext cx="3727730" cy="304800"/>
        </p:xfrm>
        <a:graphic>
          <a:graphicData uri="http://schemas.openxmlformats.org/drawingml/2006/table">
            <a:tbl>
              <a:tblPr firstRow="1" bandRow="1">
                <a:tableStyleId>{B7C202B8-F182-47B6-9B4C-18B050B8E033}</a:tableStyleId>
              </a:tblPr>
              <a:tblGrid>
                <a:gridCol w="1842287">
                  <a:extLst>
                    <a:ext uri="{9D8B030D-6E8A-4147-A177-3AD203B41FA5}">
                      <a16:colId xmlns:a16="http://schemas.microsoft.com/office/drawing/2014/main" val="1865904294"/>
                    </a:ext>
                  </a:extLst>
                </a:gridCol>
                <a:gridCol w="1885443">
                  <a:extLst>
                    <a:ext uri="{9D8B030D-6E8A-4147-A177-3AD203B41FA5}">
                      <a16:colId xmlns:a16="http://schemas.microsoft.com/office/drawing/2014/main" val="1661594298"/>
                    </a:ext>
                  </a:extLst>
                </a:gridCol>
              </a:tblGrid>
              <a:tr h="26510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89374"/>
                  </a:ext>
                </a:extLst>
              </a:tr>
            </a:tbl>
          </a:graphicData>
        </a:graphic>
      </p:graphicFrame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E32689B3-7536-8FB9-E85A-AFFD199D8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077835"/>
              </p:ext>
            </p:extLst>
          </p:nvPr>
        </p:nvGraphicFramePr>
        <p:xfrm>
          <a:off x="2642094" y="2197968"/>
          <a:ext cx="3727730" cy="304800"/>
        </p:xfrm>
        <a:graphic>
          <a:graphicData uri="http://schemas.openxmlformats.org/drawingml/2006/table">
            <a:tbl>
              <a:tblPr firstRow="1" bandRow="1">
                <a:tableStyleId>{B7C202B8-F182-47B6-9B4C-18B050B8E033}</a:tableStyleId>
              </a:tblPr>
              <a:tblGrid>
                <a:gridCol w="886033">
                  <a:extLst>
                    <a:ext uri="{9D8B030D-6E8A-4147-A177-3AD203B41FA5}">
                      <a16:colId xmlns:a16="http://schemas.microsoft.com/office/drawing/2014/main" val="1865904294"/>
                    </a:ext>
                  </a:extLst>
                </a:gridCol>
                <a:gridCol w="2841697">
                  <a:extLst>
                    <a:ext uri="{9D8B030D-6E8A-4147-A177-3AD203B41FA5}">
                      <a16:colId xmlns:a16="http://schemas.microsoft.com/office/drawing/2014/main" val="752961964"/>
                    </a:ext>
                  </a:extLst>
                </a:gridCol>
              </a:tblGrid>
              <a:tr h="26510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89374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DBE639AA-4109-B5DC-A434-FB41C02ADFD7}"/>
              </a:ext>
            </a:extLst>
          </p:cNvPr>
          <p:cNvSpPr txBox="1"/>
          <p:nvPr/>
        </p:nvSpPr>
        <p:spPr>
          <a:xfrm>
            <a:off x="4078597" y="1022628"/>
            <a:ext cx="8547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solidFill>
                  <a:schemeClr val="tx2"/>
                </a:solidFill>
              </a:rPr>
              <a:t>Seuil = 0.5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AE94D2A-5012-36C4-0BCF-7F4192B7A2F0}"/>
              </a:ext>
            </a:extLst>
          </p:cNvPr>
          <p:cNvSpPr txBox="1"/>
          <p:nvPr/>
        </p:nvSpPr>
        <p:spPr>
          <a:xfrm>
            <a:off x="4436589" y="2571750"/>
            <a:ext cx="15856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solidFill>
                  <a:schemeClr val="tx2"/>
                </a:solidFill>
              </a:rPr>
              <a:t>Plus de défaut (positif)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C8D0EC9-A587-B36E-3C00-BDA6DD6C830F}"/>
              </a:ext>
            </a:extLst>
          </p:cNvPr>
          <p:cNvSpPr txBox="1"/>
          <p:nvPr/>
        </p:nvSpPr>
        <p:spPr>
          <a:xfrm>
            <a:off x="2557213" y="2571750"/>
            <a:ext cx="143081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chemeClr val="tx2"/>
                </a:solidFill>
              </a:rPr>
              <a:t>Moins de non défaut (négatif)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B092D3D-7C90-0004-E953-D910BBFC4888}"/>
              </a:ext>
            </a:extLst>
          </p:cNvPr>
          <p:cNvSpPr txBox="1"/>
          <p:nvPr/>
        </p:nvSpPr>
        <p:spPr>
          <a:xfrm>
            <a:off x="290791" y="2061826"/>
            <a:ext cx="190215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00B0F0"/>
                </a:solidFill>
              </a:rPr>
              <a:t>On prédit </a:t>
            </a:r>
            <a:r>
              <a:rPr lang="fr-FR" sz="1050" i="1" dirty="0">
                <a:solidFill>
                  <a:srgbClr val="00B0F0"/>
                </a:solidFill>
              </a:rPr>
              <a:t>moins de non </a:t>
            </a:r>
            <a:r>
              <a:rPr lang="fr-FR" sz="1050" i="1" dirty="0" err="1">
                <a:solidFill>
                  <a:srgbClr val="00B0F0"/>
                </a:solidFill>
              </a:rPr>
              <a:t>defaut</a:t>
            </a:r>
            <a:r>
              <a:rPr lang="fr-FR" sz="1050" i="1" dirty="0">
                <a:solidFill>
                  <a:srgbClr val="00B0F0"/>
                </a:solidFill>
              </a:rPr>
              <a:t> </a:t>
            </a:r>
            <a:r>
              <a:rPr lang="fr-FR" sz="1050" dirty="0">
                <a:solidFill>
                  <a:srgbClr val="00B0F0"/>
                </a:solidFill>
              </a:rPr>
              <a:t>(négatif), donc on aura </a:t>
            </a:r>
            <a:r>
              <a:rPr lang="fr-FR" sz="1050" dirty="0">
                <a:solidFill>
                  <a:srgbClr val="FFC000"/>
                </a:solidFill>
              </a:rPr>
              <a:t>moins de faux négatifs</a:t>
            </a:r>
          </a:p>
        </p:txBody>
      </p:sp>
      <p:sp>
        <p:nvSpPr>
          <p:cNvPr id="15" name="Flèche vers la droite 14">
            <a:extLst>
              <a:ext uri="{FF2B5EF4-FFF2-40B4-BE49-F238E27FC236}">
                <a16:creationId xmlns:a16="http://schemas.microsoft.com/office/drawing/2014/main" id="{30BFDBF4-A5DF-0167-267A-6D59C45D35DA}"/>
              </a:ext>
            </a:extLst>
          </p:cNvPr>
          <p:cNvSpPr/>
          <p:nvPr/>
        </p:nvSpPr>
        <p:spPr>
          <a:xfrm>
            <a:off x="2192941" y="2262538"/>
            <a:ext cx="315525" cy="17565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3EDBC91-472E-8E21-8594-3064BEC8106F}"/>
              </a:ext>
            </a:extLst>
          </p:cNvPr>
          <p:cNvSpPr txBox="1"/>
          <p:nvPr/>
        </p:nvSpPr>
        <p:spPr>
          <a:xfrm>
            <a:off x="4158653" y="1776302"/>
            <a:ext cx="13856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00B0F0"/>
                </a:solidFill>
              </a:rPr>
              <a:t>On abaisse le seuil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9CF335CC-3FF4-4219-6E61-748B1392B120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574927" y="1625983"/>
            <a:ext cx="931031" cy="555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3EA5FEF7-48AF-C71A-DB8C-9B5535D23974}"/>
              </a:ext>
            </a:extLst>
          </p:cNvPr>
          <p:cNvSpPr txBox="1"/>
          <p:nvPr/>
        </p:nvSpPr>
        <p:spPr>
          <a:xfrm>
            <a:off x="7149508" y="2043630"/>
            <a:ext cx="170370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00B0F0"/>
                </a:solidFill>
              </a:rPr>
              <a:t>On prédit </a:t>
            </a:r>
            <a:r>
              <a:rPr lang="fr-FR" sz="1050" i="1" dirty="0">
                <a:solidFill>
                  <a:srgbClr val="00B0F0"/>
                </a:solidFill>
              </a:rPr>
              <a:t>plus de </a:t>
            </a:r>
            <a:r>
              <a:rPr lang="fr-FR" sz="1050" i="1" dirty="0" err="1">
                <a:solidFill>
                  <a:srgbClr val="00B0F0"/>
                </a:solidFill>
              </a:rPr>
              <a:t>defaut</a:t>
            </a:r>
            <a:r>
              <a:rPr lang="fr-FR" sz="1050" i="1" dirty="0">
                <a:solidFill>
                  <a:srgbClr val="00B0F0"/>
                </a:solidFill>
              </a:rPr>
              <a:t> </a:t>
            </a:r>
            <a:r>
              <a:rPr lang="fr-FR" sz="1050" dirty="0">
                <a:solidFill>
                  <a:srgbClr val="00B0F0"/>
                </a:solidFill>
              </a:rPr>
              <a:t>(positif), donc on aura </a:t>
            </a:r>
            <a:r>
              <a:rPr lang="fr-FR" sz="1050" dirty="0">
                <a:solidFill>
                  <a:srgbClr val="FFC000"/>
                </a:solidFill>
              </a:rPr>
              <a:t>plus de faux positifs</a:t>
            </a:r>
          </a:p>
        </p:txBody>
      </p:sp>
      <p:sp>
        <p:nvSpPr>
          <p:cNvPr id="21" name="Flèche vers la droite 20">
            <a:extLst>
              <a:ext uri="{FF2B5EF4-FFF2-40B4-BE49-F238E27FC236}">
                <a16:creationId xmlns:a16="http://schemas.microsoft.com/office/drawing/2014/main" id="{76CDF5C5-5F93-121C-94CA-08BF21B202B0}"/>
              </a:ext>
            </a:extLst>
          </p:cNvPr>
          <p:cNvSpPr/>
          <p:nvPr/>
        </p:nvSpPr>
        <p:spPr>
          <a:xfrm rot="10800000">
            <a:off x="6601903" y="2262536"/>
            <a:ext cx="315525" cy="17565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26" name="Tableau 25">
            <a:extLst>
              <a:ext uri="{FF2B5EF4-FFF2-40B4-BE49-F238E27FC236}">
                <a16:creationId xmlns:a16="http://schemas.microsoft.com/office/drawing/2014/main" id="{914F7E04-61D7-9DE2-97F5-329F8511B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295559"/>
              </p:ext>
            </p:extLst>
          </p:nvPr>
        </p:nvGraphicFramePr>
        <p:xfrm>
          <a:off x="2642094" y="4339329"/>
          <a:ext cx="3727730" cy="304800"/>
        </p:xfrm>
        <a:graphic>
          <a:graphicData uri="http://schemas.openxmlformats.org/drawingml/2006/table">
            <a:tbl>
              <a:tblPr firstRow="1" bandRow="1">
                <a:tableStyleId>{B7C202B8-F182-47B6-9B4C-18B050B8E033}</a:tableStyleId>
              </a:tblPr>
              <a:tblGrid>
                <a:gridCol w="1314913">
                  <a:extLst>
                    <a:ext uri="{9D8B030D-6E8A-4147-A177-3AD203B41FA5}">
                      <a16:colId xmlns:a16="http://schemas.microsoft.com/office/drawing/2014/main" val="1865904294"/>
                    </a:ext>
                  </a:extLst>
                </a:gridCol>
                <a:gridCol w="2412817">
                  <a:extLst>
                    <a:ext uri="{9D8B030D-6E8A-4147-A177-3AD203B41FA5}">
                      <a16:colId xmlns:a16="http://schemas.microsoft.com/office/drawing/2014/main" val="752961964"/>
                    </a:ext>
                  </a:extLst>
                </a:gridCol>
              </a:tblGrid>
              <a:tr h="26510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89374"/>
                  </a:ext>
                </a:extLst>
              </a:tr>
            </a:tbl>
          </a:graphicData>
        </a:graphic>
      </p:graphicFrame>
      <p:sp>
        <p:nvSpPr>
          <p:cNvPr id="27" name="ZoneTexte 26">
            <a:extLst>
              <a:ext uri="{FF2B5EF4-FFF2-40B4-BE49-F238E27FC236}">
                <a16:creationId xmlns:a16="http://schemas.microsoft.com/office/drawing/2014/main" id="{0C2020CC-55C8-DA94-F53D-AC6ADAD7CBE8}"/>
              </a:ext>
            </a:extLst>
          </p:cNvPr>
          <p:cNvSpPr txBox="1"/>
          <p:nvPr/>
        </p:nvSpPr>
        <p:spPr>
          <a:xfrm>
            <a:off x="3018461" y="4072128"/>
            <a:ext cx="24144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solidFill>
                  <a:schemeClr val="tx2"/>
                </a:solidFill>
              </a:rPr>
              <a:t>Seuil optimal =&gt; 10xFN + FP minimal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5CEBC7-B16D-5782-0EAB-34EE56F1F276}"/>
              </a:ext>
            </a:extLst>
          </p:cNvPr>
          <p:cNvSpPr/>
          <p:nvPr/>
        </p:nvSpPr>
        <p:spPr>
          <a:xfrm>
            <a:off x="384338" y="881253"/>
            <a:ext cx="1966365" cy="34795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Recherche de seuil optimal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DEC6F3-C56E-E066-DE8A-96DAB364D5DC}"/>
              </a:ext>
            </a:extLst>
          </p:cNvPr>
          <p:cNvSpPr/>
          <p:nvPr/>
        </p:nvSpPr>
        <p:spPr>
          <a:xfrm>
            <a:off x="384338" y="3471522"/>
            <a:ext cx="1966365" cy="34795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Seuil optimal</a:t>
            </a:r>
          </a:p>
        </p:txBody>
      </p:sp>
    </p:spTree>
    <p:extLst>
      <p:ext uri="{BB962C8B-B14F-4D97-AF65-F5344CB8AC3E}">
        <p14:creationId xmlns:p14="http://schemas.microsoft.com/office/powerpoint/2010/main" val="4145933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903CD2-4E03-5768-EB99-7DDF0D6E6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FEATURE IMPORTANCE GLOBALE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5F74D8-04C6-88EF-D306-8510CE96CF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18</a:t>
            </a:fld>
            <a:endParaRPr lang="fr-FR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8F65D23B-A6A6-902F-4EAB-FABF8F7EBC45}"/>
              </a:ext>
            </a:extLst>
          </p:cNvPr>
          <p:cNvSpPr txBox="1">
            <a:spLocks/>
          </p:cNvSpPr>
          <p:nvPr/>
        </p:nvSpPr>
        <p:spPr>
          <a:xfrm rot="-224">
            <a:off x="720060" y="1498778"/>
            <a:ext cx="3940911" cy="1697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pPr>
              <a:lnSpc>
                <a:spcPct val="150000"/>
              </a:lnSpc>
            </a:pPr>
            <a:r>
              <a:rPr lang="fr-FR" dirty="0"/>
              <a:t>Variables les plus explicatives :</a:t>
            </a:r>
          </a:p>
          <a:p>
            <a:pPr lvl="1" algn="l">
              <a:lnSpc>
                <a:spcPct val="150000"/>
              </a:lnSpc>
            </a:pPr>
            <a:r>
              <a:rPr lang="fr-FR" dirty="0"/>
              <a:t>NAME_FAMILY_STATUS</a:t>
            </a:r>
          </a:p>
          <a:p>
            <a:pPr lvl="1" algn="l">
              <a:lnSpc>
                <a:spcPct val="150000"/>
              </a:lnSpc>
            </a:pPr>
            <a:r>
              <a:rPr lang="fr-FR" dirty="0"/>
              <a:t>EXT_SOURCE_2</a:t>
            </a:r>
          </a:p>
          <a:p>
            <a:pPr lvl="1" algn="l">
              <a:lnSpc>
                <a:spcPct val="150000"/>
              </a:lnSpc>
            </a:pPr>
            <a:r>
              <a:rPr lang="fr-FR" dirty="0"/>
              <a:t>CODE_GENDER_F</a:t>
            </a:r>
          </a:p>
          <a:p>
            <a:pPr>
              <a:lnSpc>
                <a:spcPct val="150000"/>
              </a:lnSpc>
            </a:pP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E8B96E2-766C-EA94-F576-68BEDA91E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923" y="2960006"/>
            <a:ext cx="3000299" cy="208189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F99E115-B5CC-F037-0BAF-F834FE7AD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923" y="821811"/>
            <a:ext cx="4072011" cy="19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721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DC2475-F2A6-EAD0-3178-3A6E068A6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FEATURE IMPORTANCE LOCALE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05A01DD-A634-12D1-FD71-03CD37BEF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525464" y="944797"/>
            <a:ext cx="3885093" cy="382319"/>
          </a:xfrm>
        </p:spPr>
        <p:txBody>
          <a:bodyPr/>
          <a:lstStyle/>
          <a:p>
            <a:r>
              <a:rPr lang="fr-FR" dirty="0"/>
              <a:t>Client prédit 0 (pas de défaut)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B9947B-2D3E-F4E2-6273-913E9F0A0D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19</a:t>
            </a:fld>
            <a:endParaRPr lang="fr-FR"/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422FC80F-9D4B-0443-58FD-81DB559E5233}"/>
              </a:ext>
            </a:extLst>
          </p:cNvPr>
          <p:cNvSpPr txBox="1">
            <a:spLocks/>
          </p:cNvSpPr>
          <p:nvPr/>
        </p:nvSpPr>
        <p:spPr>
          <a:xfrm rot="-224">
            <a:off x="4733443" y="944798"/>
            <a:ext cx="3885093" cy="382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r>
              <a:rPr lang="fr-FR" dirty="0"/>
              <a:t>Client prédit 1 (défaut)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610010-493E-820B-65A6-EC93A4E06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77403"/>
            <a:ext cx="4039281" cy="193885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581E281-5E59-D8BC-D5F9-FB9569A37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216" y="1877403"/>
            <a:ext cx="3862173" cy="193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130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61E88-FB05-0ECB-FD59-15F3EB12A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4882E-F435-3F69-9BA5-E6877733C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254500"/>
            <a:ext cx="7704000" cy="634500"/>
          </a:xfrm>
          <a:solidFill>
            <a:schemeClr val="bg2"/>
          </a:solidFill>
        </p:spPr>
        <p:txBody>
          <a:bodyPr/>
          <a:lstStyle/>
          <a:p>
            <a:pPr lvl="0" algn="ctr"/>
            <a:r>
              <a:rPr lang="fr-FR" sz="3200" dirty="0"/>
              <a:t>DATA DRIFT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56D7F1-988E-C5AA-43E0-EBA2FD548C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2977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757678-8AE3-5455-DCAA-DB7BC8E08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RAPPORT DATA DRIFT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487C3AF-58B8-4BB0-3B1C-3207E4554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720037" y="741252"/>
            <a:ext cx="7922258" cy="123206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dirty="0"/>
              <a:t>Data drift entre </a:t>
            </a:r>
            <a:r>
              <a:rPr lang="fr-FR" dirty="0" err="1"/>
              <a:t>application_train.csv</a:t>
            </a:r>
            <a:r>
              <a:rPr lang="fr-FR" dirty="0"/>
              <a:t> et </a:t>
            </a:r>
            <a:r>
              <a:rPr lang="fr-FR" dirty="0" err="1"/>
              <a:t>application_test.csv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Seuil = 0.5</a:t>
            </a:r>
          </a:p>
          <a:p>
            <a:pPr>
              <a:lnSpc>
                <a:spcPct val="150000"/>
              </a:lnSpc>
            </a:pPr>
            <a:r>
              <a:rPr lang="fr-FR" dirty="0"/>
              <a:t>Le data drift global (0.075) ne justifie pas a priori un </a:t>
            </a:r>
            <a:r>
              <a:rPr lang="fr-FR" dirty="0" err="1"/>
              <a:t>ré-entrainement</a:t>
            </a:r>
            <a:r>
              <a:rPr lang="fr-FR" dirty="0"/>
              <a:t> du modèle.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18B0CF-C28B-616F-8245-9E075F8187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21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C9DF32B-CE30-594B-F14E-5B91FE3D1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394" y="1973577"/>
            <a:ext cx="6587273" cy="316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280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A16D4C-5024-04F8-8ADD-21C84BBAA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MAINTENANCE DE L’API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C579588-2044-76D7-EAF5-8C733200A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716529" y="1341190"/>
            <a:ext cx="7488792" cy="20661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dirty="0"/>
              <a:t>Surveillance du data drift</a:t>
            </a:r>
          </a:p>
          <a:p>
            <a:pPr lvl="1" algn="l">
              <a:lnSpc>
                <a:spcPct val="150000"/>
              </a:lnSpc>
            </a:pPr>
            <a:r>
              <a:rPr lang="fr-FR" dirty="0"/>
              <a:t>Réglage du seuil</a:t>
            </a:r>
          </a:p>
          <a:p>
            <a:pPr lvl="1" algn="l">
              <a:lnSpc>
                <a:spcPct val="150000"/>
              </a:lnSpc>
            </a:pPr>
            <a:r>
              <a:rPr lang="fr-FR" dirty="0" err="1"/>
              <a:t>Feature</a:t>
            </a:r>
            <a:r>
              <a:rPr lang="fr-FR" dirty="0"/>
              <a:t> importance</a:t>
            </a:r>
          </a:p>
          <a:p>
            <a:pPr>
              <a:lnSpc>
                <a:spcPct val="150000"/>
              </a:lnSpc>
            </a:pPr>
            <a:r>
              <a:rPr lang="fr-FR" dirty="0" err="1"/>
              <a:t>Ré-entrainement</a:t>
            </a:r>
            <a:r>
              <a:rPr lang="fr-FR" dirty="0"/>
              <a:t> du modèle si seuil atteint</a:t>
            </a:r>
          </a:p>
          <a:p>
            <a:pPr>
              <a:lnSpc>
                <a:spcPct val="150000"/>
              </a:lnSpc>
            </a:pPr>
            <a:r>
              <a:rPr lang="fr-FR" dirty="0"/>
              <a:t>Redéploiement de l’api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FD9B7-0714-B623-E530-9F0F8CF00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6118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4E87B-BBC0-FC4B-E77B-A99C5E2D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9D410E-31E9-8619-DE84-CBD860C01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254500"/>
            <a:ext cx="7704000" cy="634500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fr-FR" sz="3200" dirty="0"/>
              <a:t>API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581BB3-6766-AF74-D9D6-5D9B7AC9CD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5114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3C1902-8FAA-F22E-0785-948BD3B0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CHAINE CI / CD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9DC0E4B-4533-A1CD-4789-6EF10FD97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720019" y="2938623"/>
            <a:ext cx="1796413" cy="496397"/>
          </a:xfrm>
        </p:spPr>
        <p:txBody>
          <a:bodyPr/>
          <a:lstStyle/>
          <a:p>
            <a:pPr marL="139700" indent="0">
              <a:buNone/>
            </a:pPr>
            <a:r>
              <a:rPr lang="fr-FR" sz="1100" dirty="0"/>
              <a:t>Développement local</a:t>
            </a:r>
          </a:p>
          <a:p>
            <a:pPr marL="139700" indent="0">
              <a:buNone/>
            </a:pPr>
            <a:r>
              <a:rPr lang="fr-FR" sz="1100" dirty="0" err="1"/>
              <a:t>Versionning</a:t>
            </a:r>
            <a:r>
              <a:rPr lang="fr-FR" sz="1100" dirty="0"/>
              <a:t> avec git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758F85-3525-0A0B-975B-0CEC68EAD3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24</a:t>
            </a:fld>
            <a:endParaRPr lang="fr-FR"/>
          </a:p>
        </p:txBody>
      </p:sp>
      <p:pic>
        <p:nvPicPr>
          <p:cNvPr id="8" name="Graphique 7" descr="Conception web contour">
            <a:extLst>
              <a:ext uri="{FF2B5EF4-FFF2-40B4-BE49-F238E27FC236}">
                <a16:creationId xmlns:a16="http://schemas.microsoft.com/office/drawing/2014/main" id="{C1E1BFF3-E60C-743B-9734-95CA2AE5B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7949" y="1991656"/>
            <a:ext cx="1033252" cy="1033252"/>
          </a:xfrm>
          <a:prstGeom prst="rect">
            <a:avLst/>
          </a:prstGeom>
        </p:spPr>
      </p:pic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640849C2-E231-E5D6-B978-5FB8572EF548}"/>
              </a:ext>
            </a:extLst>
          </p:cNvPr>
          <p:cNvSpPr/>
          <p:nvPr/>
        </p:nvSpPr>
        <p:spPr>
          <a:xfrm>
            <a:off x="3366611" y="1991655"/>
            <a:ext cx="1796433" cy="109672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52F328FE-9437-8E30-2E4A-534BF13A844E}"/>
              </a:ext>
            </a:extLst>
          </p:cNvPr>
          <p:cNvSpPr txBox="1">
            <a:spLocks/>
          </p:cNvSpPr>
          <p:nvPr/>
        </p:nvSpPr>
        <p:spPr>
          <a:xfrm rot="-224">
            <a:off x="3281571" y="3088469"/>
            <a:ext cx="1954310" cy="836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pPr marL="139700" indent="0">
              <a:buFont typeface="Kumbh Sans"/>
              <a:buNone/>
            </a:pPr>
            <a:r>
              <a:rPr lang="fr-FR" sz="1100" dirty="0"/>
              <a:t>Code hébergé</a:t>
            </a:r>
          </a:p>
          <a:p>
            <a:pPr marL="139700" indent="0">
              <a:buFont typeface="Kumbh Sans"/>
              <a:buNone/>
            </a:pPr>
            <a:r>
              <a:rPr lang="fr-FR" sz="1100" dirty="0"/>
              <a:t>Déploiement automatisé</a:t>
            </a:r>
          </a:p>
          <a:p>
            <a:pPr marL="139700" indent="0">
              <a:buFont typeface="Kumbh Sans"/>
              <a:buNone/>
            </a:pPr>
            <a:r>
              <a:rPr lang="fr-FR" sz="1100" dirty="0" err="1"/>
              <a:t>Github</a:t>
            </a:r>
            <a:r>
              <a:rPr lang="fr-FR" sz="1100" dirty="0"/>
              <a:t> actions (tests unitaires + </a:t>
            </a:r>
            <a:r>
              <a:rPr lang="fr-FR" sz="1100" dirty="0" err="1"/>
              <a:t>SonarQube</a:t>
            </a:r>
            <a:r>
              <a:rPr lang="fr-FR" sz="1100" dirty="0"/>
              <a:t>)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1CA75426-FE3F-3499-246E-0962C0EA0FB8}"/>
              </a:ext>
            </a:extLst>
          </p:cNvPr>
          <p:cNvSpPr/>
          <p:nvPr/>
        </p:nvSpPr>
        <p:spPr>
          <a:xfrm>
            <a:off x="6501025" y="1991735"/>
            <a:ext cx="1796433" cy="109672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D1DF8B4-900F-9663-8370-577466163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862" y="2343204"/>
            <a:ext cx="1319320" cy="393784"/>
          </a:xfrm>
          <a:prstGeom prst="rect">
            <a:avLst/>
          </a:prstGeom>
        </p:spPr>
      </p:pic>
      <p:pic>
        <p:nvPicPr>
          <p:cNvPr id="1030" name="Picture 6" descr="logo github, icône git hub avec texte sur fond blanc 16833880 Art vectoriel  chez Vecteezy">
            <a:extLst>
              <a:ext uri="{FF2B5EF4-FFF2-40B4-BE49-F238E27FC236}">
                <a16:creationId xmlns:a16="http://schemas.microsoft.com/office/drawing/2014/main" id="{B60CF35B-078D-548C-4093-DF5362729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062" y="2260330"/>
            <a:ext cx="1245692" cy="62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ous-titre 2">
            <a:extLst>
              <a:ext uri="{FF2B5EF4-FFF2-40B4-BE49-F238E27FC236}">
                <a16:creationId xmlns:a16="http://schemas.microsoft.com/office/drawing/2014/main" id="{E7BB2306-2338-984B-5DD6-40D54546A5CE}"/>
              </a:ext>
            </a:extLst>
          </p:cNvPr>
          <p:cNvSpPr txBox="1">
            <a:spLocks/>
          </p:cNvSpPr>
          <p:nvPr/>
        </p:nvSpPr>
        <p:spPr>
          <a:xfrm rot="-224">
            <a:off x="6422093" y="3088551"/>
            <a:ext cx="1954310" cy="722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pPr marL="139700" indent="0">
              <a:buFont typeface="Kumbh Sans"/>
              <a:buNone/>
            </a:pPr>
            <a:r>
              <a:rPr lang="fr-FR" sz="1100" dirty="0"/>
              <a:t>Api hébergée (Fast api)</a:t>
            </a:r>
          </a:p>
          <a:p>
            <a:pPr marL="139700" indent="0">
              <a:buFont typeface="Kumbh Sans"/>
              <a:buNone/>
            </a:pPr>
            <a:r>
              <a:rPr lang="fr-FR" sz="1100" dirty="0"/>
              <a:t>Serveur web Python</a:t>
            </a:r>
          </a:p>
          <a:p>
            <a:pPr marL="139700" indent="0">
              <a:buFont typeface="Kumbh Sans"/>
              <a:buNone/>
            </a:pPr>
            <a:r>
              <a:rPr lang="fr-FR" sz="1100" dirty="0"/>
              <a:t>Déploiement automatisé</a:t>
            </a:r>
          </a:p>
        </p:txBody>
      </p:sp>
      <p:sp>
        <p:nvSpPr>
          <p:cNvPr id="16" name="Flèche vers la droite 15">
            <a:extLst>
              <a:ext uri="{FF2B5EF4-FFF2-40B4-BE49-F238E27FC236}">
                <a16:creationId xmlns:a16="http://schemas.microsoft.com/office/drawing/2014/main" id="{221E92DF-7FB5-EF24-A494-69D9E48A03CF}"/>
              </a:ext>
            </a:extLst>
          </p:cNvPr>
          <p:cNvSpPr/>
          <p:nvPr/>
        </p:nvSpPr>
        <p:spPr>
          <a:xfrm>
            <a:off x="2334207" y="2451888"/>
            <a:ext cx="778380" cy="285017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 vers la droite 16">
            <a:extLst>
              <a:ext uri="{FF2B5EF4-FFF2-40B4-BE49-F238E27FC236}">
                <a16:creationId xmlns:a16="http://schemas.microsoft.com/office/drawing/2014/main" id="{448ED8FD-FDC2-F795-6387-1E8D64C35881}"/>
              </a:ext>
            </a:extLst>
          </p:cNvPr>
          <p:cNvSpPr/>
          <p:nvPr/>
        </p:nvSpPr>
        <p:spPr>
          <a:xfrm>
            <a:off x="5403367" y="2438112"/>
            <a:ext cx="778380" cy="285017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Sous-titre 2">
            <a:extLst>
              <a:ext uri="{FF2B5EF4-FFF2-40B4-BE49-F238E27FC236}">
                <a16:creationId xmlns:a16="http://schemas.microsoft.com/office/drawing/2014/main" id="{447AA01A-ADCB-BA63-08B7-E7AE24E46D2A}"/>
              </a:ext>
            </a:extLst>
          </p:cNvPr>
          <p:cNvSpPr txBox="1">
            <a:spLocks/>
          </p:cNvSpPr>
          <p:nvPr/>
        </p:nvSpPr>
        <p:spPr>
          <a:xfrm rot="-224">
            <a:off x="2060169" y="2164362"/>
            <a:ext cx="1243732" cy="355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pPr marL="139700" indent="0">
              <a:buFont typeface="Kumbh Sans"/>
              <a:buNone/>
            </a:pPr>
            <a:r>
              <a:rPr lang="fr-FR" sz="1100" dirty="0"/>
              <a:t>push sur main</a:t>
            </a:r>
          </a:p>
        </p:txBody>
      </p:sp>
      <p:sp>
        <p:nvSpPr>
          <p:cNvPr id="19" name="Sous-titre 2">
            <a:extLst>
              <a:ext uri="{FF2B5EF4-FFF2-40B4-BE49-F238E27FC236}">
                <a16:creationId xmlns:a16="http://schemas.microsoft.com/office/drawing/2014/main" id="{7BF3B8F1-6D6C-4C90-08AE-55348EA19F80}"/>
              </a:ext>
            </a:extLst>
          </p:cNvPr>
          <p:cNvSpPr txBox="1">
            <a:spLocks/>
          </p:cNvSpPr>
          <p:nvPr/>
        </p:nvSpPr>
        <p:spPr>
          <a:xfrm rot="-224">
            <a:off x="5185037" y="2165246"/>
            <a:ext cx="1215039" cy="355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pPr marL="139700" indent="0">
              <a:buFont typeface="Kumbh Sans"/>
              <a:buNone/>
            </a:pPr>
            <a:r>
              <a:rPr lang="fr-FR" sz="1100" dirty="0"/>
              <a:t>automatique</a:t>
            </a:r>
          </a:p>
        </p:txBody>
      </p:sp>
    </p:spTree>
    <p:extLst>
      <p:ext uri="{BB962C8B-B14F-4D97-AF65-F5344CB8AC3E}">
        <p14:creationId xmlns:p14="http://schemas.microsoft.com/office/powerpoint/2010/main" val="28467141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6A1FCD-36FE-8DED-4BAD-3F0B014E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TESTS UNITAIRES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2987B99-283B-1321-981C-D346B3749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062" y="960847"/>
            <a:ext cx="3491278" cy="2343607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1EC1737A-5D95-04FA-9BC8-39CDACBFB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720017" y="960978"/>
            <a:ext cx="3994030" cy="455161"/>
          </a:xfrm>
        </p:spPr>
        <p:txBody>
          <a:bodyPr/>
          <a:lstStyle/>
          <a:p>
            <a:r>
              <a:rPr lang="fr-FR" dirty="0"/>
              <a:t>Tests dans </a:t>
            </a:r>
            <a:r>
              <a:rPr lang="fr-FR" dirty="0" err="1"/>
              <a:t>Github</a:t>
            </a:r>
            <a:r>
              <a:rPr lang="fr-FR" dirty="0"/>
              <a:t> Actions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A6B3A0-33B3-A16C-32E6-E15ACA0931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25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4307AC-CA27-7DA1-245D-4AC58144D54B}"/>
              </a:ext>
            </a:extLst>
          </p:cNvPr>
          <p:cNvSpPr/>
          <p:nvPr/>
        </p:nvSpPr>
        <p:spPr>
          <a:xfrm>
            <a:off x="4944235" y="3113149"/>
            <a:ext cx="1294725" cy="19130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4977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846D19-9115-481E-F787-B36582D2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 DÉPLOYÉE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20D7639-9A31-703C-5710-77A127E36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720017" y="920543"/>
            <a:ext cx="3207795" cy="430867"/>
          </a:xfrm>
        </p:spPr>
        <p:txBody>
          <a:bodyPr/>
          <a:lstStyle/>
          <a:p>
            <a:r>
              <a:rPr lang="fr-FR" dirty="0"/>
              <a:t>Sur </a:t>
            </a:r>
            <a:r>
              <a:rPr lang="fr-FR" dirty="0" err="1"/>
              <a:t>Render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4C53F8-4FD7-EFE3-8058-39DD134430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26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0196E0A-DA0C-79B1-AB7B-B5464AD9A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44" y="1638679"/>
            <a:ext cx="3109483" cy="31285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6B9FFB9-EE4F-60D2-336E-0E4F973FC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211" y="1638679"/>
            <a:ext cx="4907789" cy="1056908"/>
          </a:xfrm>
          <a:prstGeom prst="rect">
            <a:avLst/>
          </a:prstGeom>
        </p:spPr>
      </p:pic>
      <p:sp>
        <p:nvSpPr>
          <p:cNvPr id="7" name="Sous-titre 2">
            <a:extLst>
              <a:ext uri="{FF2B5EF4-FFF2-40B4-BE49-F238E27FC236}">
                <a16:creationId xmlns:a16="http://schemas.microsoft.com/office/drawing/2014/main" id="{2535757F-3661-6630-CDF5-1F4C5BA2077A}"/>
              </a:ext>
            </a:extLst>
          </p:cNvPr>
          <p:cNvSpPr txBox="1">
            <a:spLocks/>
          </p:cNvSpPr>
          <p:nvPr/>
        </p:nvSpPr>
        <p:spPr>
          <a:xfrm rot="-224">
            <a:off x="4044499" y="972046"/>
            <a:ext cx="5034193" cy="571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○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umbh Sans"/>
              <a:buChar char="■"/>
              <a:defRPr sz="1400" b="0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r>
              <a:rPr lang="fr-FR" dirty="0"/>
              <a:t>Interface </a:t>
            </a:r>
            <a:r>
              <a:rPr lang="fr-FR" dirty="0" err="1"/>
              <a:t>Swagger</a:t>
            </a:r>
            <a:r>
              <a:rPr lang="fr-FR" dirty="0"/>
              <a:t> </a:t>
            </a:r>
          </a:p>
          <a:p>
            <a:r>
              <a:rPr lang="fr-FR" dirty="0">
                <a:hlinkClick r:id="rId4"/>
              </a:rPr>
              <a:t>https://api-oc-projet7.onrender.com/docs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11CA3F-0DC9-30ED-083F-8D3DBA06BAF7}"/>
              </a:ext>
            </a:extLst>
          </p:cNvPr>
          <p:cNvSpPr/>
          <p:nvPr/>
        </p:nvSpPr>
        <p:spPr>
          <a:xfrm>
            <a:off x="1725707" y="4326955"/>
            <a:ext cx="1842881" cy="18030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2717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5BB10C-0997-EF24-A563-37B05548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DE L’API VIA UN NOTEBOOK)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93887A2-CF65-149D-3043-C2D69F41F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720012" y="821932"/>
            <a:ext cx="5510854" cy="447057"/>
          </a:xfrm>
        </p:spPr>
        <p:txBody>
          <a:bodyPr/>
          <a:lstStyle/>
          <a:p>
            <a:r>
              <a:rPr lang="fr-FR" dirty="0"/>
              <a:t>On teste une ligne du fichier </a:t>
            </a:r>
            <a:r>
              <a:rPr lang="fr-FR" dirty="0" err="1"/>
              <a:t>application_test.csv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541BFE-4FBF-2411-CCE3-A0ECD5816F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27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D4E468F-E7EA-FA81-BB02-38C796032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967" y="1537231"/>
            <a:ext cx="4970533" cy="309369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9E20FB-597C-0275-0B83-6366B3E7AD08}"/>
              </a:ext>
            </a:extLst>
          </p:cNvPr>
          <p:cNvSpPr/>
          <p:nvPr/>
        </p:nvSpPr>
        <p:spPr>
          <a:xfrm>
            <a:off x="4078387" y="2412813"/>
            <a:ext cx="2524714" cy="41939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9A5B65-4DA4-7DC9-5651-BC930E1AF66D}"/>
              </a:ext>
            </a:extLst>
          </p:cNvPr>
          <p:cNvSpPr/>
          <p:nvPr/>
        </p:nvSpPr>
        <p:spPr>
          <a:xfrm>
            <a:off x="3777633" y="4235801"/>
            <a:ext cx="4314402" cy="41939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718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6D2FC-E19E-4291-A54C-EF4FB341D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1FBE81-C3E9-E035-5C42-1F7E140AA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254500"/>
            <a:ext cx="7704000" cy="634500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fr-FR" sz="3200" dirty="0"/>
              <a:t>CONCLUSION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2BC5C0-563D-4DD8-80F7-03BEB7C76D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36835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AC27EDCC-F68B-1C52-0411-23E606239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-224">
            <a:off x="716537" y="1341180"/>
            <a:ext cx="7824218" cy="2300094"/>
          </a:xfrm>
          <a:solidFill>
            <a:schemeClr val="bg2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dirty="0"/>
              <a:t>La méthodologie a permis l’automatisation de la mise en production du modèle.</a:t>
            </a:r>
          </a:p>
          <a:p>
            <a:pPr>
              <a:lnSpc>
                <a:spcPct val="150000"/>
              </a:lnSpc>
            </a:pPr>
            <a:r>
              <a:rPr lang="fr-FR" dirty="0"/>
              <a:t>Les opérations de maintenance sont formalisées.</a:t>
            </a:r>
          </a:p>
          <a:p>
            <a:pPr>
              <a:lnSpc>
                <a:spcPct val="150000"/>
              </a:lnSpc>
            </a:pPr>
            <a:r>
              <a:rPr lang="fr-FR" dirty="0"/>
              <a:t>Les améliorations à envisager tiennent notamment à la performance du modèle.</a:t>
            </a:r>
          </a:p>
          <a:p>
            <a:pPr>
              <a:lnSpc>
                <a:spcPct val="150000"/>
              </a:lnSpc>
            </a:pPr>
            <a:r>
              <a:rPr lang="fr-FR" dirty="0"/>
              <a:t>On pourra encapsuler l’application avec Docker.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B455B58-1C9E-7342-1AF2-6E05814F65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208BD-8998-B044-8160-64A07B294A0F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6858547"/>
      </p:ext>
    </p:extLst>
  </p:cSld>
  <p:clrMapOvr>
    <a:masterClrMapping/>
  </p:clrMapOvr>
</p:sld>
</file>

<file path=ppt/theme/theme1.xml><?xml version="1.0" encoding="utf-8"?>
<a:theme xmlns:a="http://schemas.openxmlformats.org/drawingml/2006/main" name="Artificial Intelligence App Pitch Deck by Slidesgo">
  <a:themeElements>
    <a:clrScheme name="Simple Light">
      <a:dk1>
        <a:srgbClr val="FCF5E8"/>
      </a:dk1>
      <a:lt1>
        <a:srgbClr val="FFEFB7"/>
      </a:lt1>
      <a:dk2>
        <a:srgbClr val="0F0F0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CF5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11131</TotalTime>
  <Words>915</Words>
  <Application>Microsoft Macintosh PowerPoint</Application>
  <PresentationFormat>Affichage à l'écran (16:9)</PresentationFormat>
  <Paragraphs>229</Paragraphs>
  <Slides>29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3" baseType="lpstr">
      <vt:lpstr>Kumbh Sans</vt:lpstr>
      <vt:lpstr>Quantico</vt:lpstr>
      <vt:lpstr>Arial</vt:lpstr>
      <vt:lpstr>Artificial Intelligence App Pitch Deck by Slidesgo</vt:lpstr>
      <vt:lpstr>Prêt à dépenser Monitoring et mise en production d’un modèle de scoring client</vt:lpstr>
      <vt:lpstr>I.</vt:lpstr>
      <vt:lpstr>PROBLÉMATIQUE ET JEU DE DONNÉES</vt:lpstr>
      <vt:lpstr>PROBLÉMATIQUE</vt:lpstr>
      <vt:lpstr>DONNÉES : vue d’ensemble</vt:lpstr>
      <vt:lpstr>DONNÉES : analyse exploratoire</vt:lpstr>
      <vt:lpstr>DONNÉES : analyse exploratoire</vt:lpstr>
      <vt:lpstr>DONNÉES : analyse exploratoire</vt:lpstr>
      <vt:lpstr>DONNÉES : analyse exploratoire</vt:lpstr>
      <vt:lpstr>DONNÉES : feature engineering</vt:lpstr>
      <vt:lpstr>MODÉLISATION</vt:lpstr>
      <vt:lpstr>MÉTHODE</vt:lpstr>
      <vt:lpstr>MLFLOW : EXPÉRIENCES</vt:lpstr>
      <vt:lpstr>VISUALISATION MLFLOW UI</vt:lpstr>
      <vt:lpstr>VISUALISATION MLFLOW UI</vt:lpstr>
      <vt:lpstr>SCORE MÉTIER</vt:lpstr>
      <vt:lpstr>SEUIL DE DÉCISION</vt:lpstr>
      <vt:lpstr>FEATURE IMPORTANCE GLOBALE</vt:lpstr>
      <vt:lpstr>FEATURE IMPORTANCE LOCALE</vt:lpstr>
      <vt:lpstr>DATA DRIFT</vt:lpstr>
      <vt:lpstr>RAPPORT DATA DRIFT</vt:lpstr>
      <vt:lpstr>MAINTENANCE DE L’API</vt:lpstr>
      <vt:lpstr>API</vt:lpstr>
      <vt:lpstr>CHAINE CI / CD</vt:lpstr>
      <vt:lpstr>TESTS UNITAIRES</vt:lpstr>
      <vt:lpstr>APPLICATION DÉPLOYÉE</vt:lpstr>
      <vt:lpstr>TEST DE L’API VIA UN NOTEBOOK)</vt:lpstr>
      <vt:lpstr>CONCLUSION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APP PITCH DECK</dc:title>
  <cp:lastModifiedBy>Bertrand FILLION</cp:lastModifiedBy>
  <cp:revision>8</cp:revision>
  <dcterms:modified xsi:type="dcterms:W3CDTF">2026-02-21T15:53:24Z</dcterms:modified>
</cp:coreProperties>
</file>