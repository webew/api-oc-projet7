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34"/>
  </p:notesMasterIdLst>
  <p:sldIdLst>
    <p:sldId id="256" r:id="rId2"/>
    <p:sldId id="258" r:id="rId3"/>
    <p:sldId id="382" r:id="rId4"/>
    <p:sldId id="329" r:id="rId5"/>
    <p:sldId id="414" r:id="rId6"/>
    <p:sldId id="394" r:id="rId7"/>
    <p:sldId id="395" r:id="rId8"/>
    <p:sldId id="396" r:id="rId9"/>
    <p:sldId id="397" r:id="rId10"/>
    <p:sldId id="398" r:id="rId11"/>
    <p:sldId id="399" r:id="rId12"/>
    <p:sldId id="415" r:id="rId13"/>
    <p:sldId id="389" r:id="rId14"/>
    <p:sldId id="400" r:id="rId15"/>
    <p:sldId id="409" r:id="rId16"/>
    <p:sldId id="401" r:id="rId17"/>
    <p:sldId id="404" r:id="rId18"/>
    <p:sldId id="416" r:id="rId19"/>
    <p:sldId id="403" r:id="rId20"/>
    <p:sldId id="406" r:id="rId21"/>
    <p:sldId id="391" r:id="rId22"/>
    <p:sldId id="408" r:id="rId23"/>
    <p:sldId id="410" r:id="rId24"/>
    <p:sldId id="392" r:id="rId25"/>
    <p:sldId id="407" r:id="rId26"/>
    <p:sldId id="411" r:id="rId27"/>
    <p:sldId id="412" r:id="rId28"/>
    <p:sldId id="413" r:id="rId29"/>
    <p:sldId id="393" r:id="rId30"/>
    <p:sldId id="364" r:id="rId31"/>
    <p:sldId id="402" r:id="rId32"/>
    <p:sldId id="405" r:id="rId33"/>
  </p:sldIdLst>
  <p:sldSz cx="9144000" cy="5143500" type="screen16x9"/>
  <p:notesSz cx="6858000" cy="9144000"/>
  <p:embeddedFontLst>
    <p:embeddedFont>
      <p:font typeface="Kumbh Sans"/>
      <p:regular r:id="rId35"/>
      <p:bold r:id="rId36"/>
    </p:embeddedFont>
    <p:embeddedFont>
      <p:font typeface="Quantico" panose="0200000000000000000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0100"/>
    <a:srgbClr val="FA7F0F"/>
    <a:srgbClr val="3200FF"/>
    <a:srgbClr val="800080"/>
    <a:srgbClr val="2CA02C"/>
    <a:srgbClr val="D62726"/>
    <a:srgbClr val="2477B4"/>
    <a:srgbClr val="FCFF00"/>
    <a:srgbClr val="088000"/>
    <a:srgbClr val="FBA1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5CCF10-1599-5A4B-85E7-E15F187CF87D}" v="242" dt="2026-02-21T15:46:52.210"/>
  </p1510:revLst>
</p1510:revInfo>
</file>

<file path=ppt/tableStyles.xml><?xml version="1.0" encoding="utf-8"?>
<a:tblStyleLst xmlns:a="http://schemas.openxmlformats.org/drawingml/2006/main" def="{B7C202B8-F182-47B6-9B4C-18B050B8E033}">
  <a:tblStyle styleId="{B7C202B8-F182-47B6-9B4C-18B050B8E03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59"/>
    <p:restoredTop sz="94689"/>
  </p:normalViewPr>
  <p:slideViewPr>
    <p:cSldViewPr snapToGrid="0">
      <p:cViewPr varScale="1">
        <p:scale>
          <a:sx n="172" d="100"/>
          <a:sy n="172" d="100"/>
        </p:scale>
        <p:origin x="1272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8.fntdata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font" Target="fonts/font9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rtrand FILLION" userId="b7ba5e4f88c7f917" providerId="LiveId" clId="{D6A4495E-270E-5780-AA0A-2870881BF0F4}"/>
    <pc:docChg chg="undo custSel addSld delSld modSld sldOrd modMainMaster">
      <pc:chgData name="Bertrand FILLION" userId="b7ba5e4f88c7f917" providerId="LiveId" clId="{D6A4495E-270E-5780-AA0A-2870881BF0F4}" dt="2026-02-21T15:47:00.287" v="6463" actId="1076"/>
      <pc:docMkLst>
        <pc:docMk/>
      </pc:docMkLst>
      <pc:sldChg chg="addSp delSp modSp mod">
        <pc:chgData name="Bertrand FILLION" userId="b7ba5e4f88c7f917" providerId="LiveId" clId="{D6A4495E-270E-5780-AA0A-2870881BF0F4}" dt="2026-02-07T15:02:50.083" v="861" actId="478"/>
        <pc:sldMkLst>
          <pc:docMk/>
          <pc:sldMk cId="0" sldId="256"/>
        </pc:sldMkLst>
        <pc:spChg chg="mod">
          <ac:chgData name="Bertrand FILLION" userId="b7ba5e4f88c7f917" providerId="LiveId" clId="{D6A4495E-270E-5780-AA0A-2870881BF0F4}" dt="2026-02-07T14:41:05.761" v="524" actId="20577"/>
          <ac:spMkLst>
            <pc:docMk/>
            <pc:sldMk cId="0" sldId="256"/>
            <ac:spMk id="422" creationId="{00000000-0000-0000-0000-000000000000}"/>
          </ac:spMkLst>
        </pc:spChg>
      </pc:sldChg>
      <pc:sldChg chg="modSp mod">
        <pc:chgData name="Bertrand FILLION" userId="b7ba5e4f88c7f917" providerId="LiveId" clId="{D6A4495E-270E-5780-AA0A-2870881BF0F4}" dt="2026-02-08T08:47:22.955" v="3333" actId="20577"/>
        <pc:sldMkLst>
          <pc:docMk/>
          <pc:sldMk cId="0" sldId="258"/>
        </pc:sldMkLst>
        <pc:spChg chg="mod">
          <ac:chgData name="Bertrand FILLION" userId="b7ba5e4f88c7f917" providerId="LiveId" clId="{D6A4495E-270E-5780-AA0A-2870881BF0F4}" dt="2026-02-07T14:58:16.408" v="829" actId="14100"/>
          <ac:spMkLst>
            <pc:docMk/>
            <pc:sldMk cId="0" sldId="258"/>
            <ac:spMk id="3" creationId="{9A1E6D3B-4A7E-6F58-16F8-F9AC7A1F17CA}"/>
          </ac:spMkLst>
        </pc:spChg>
        <pc:spChg chg="mod">
          <ac:chgData name="Bertrand FILLION" userId="b7ba5e4f88c7f917" providerId="LiveId" clId="{D6A4495E-270E-5780-AA0A-2870881BF0F4}" dt="2026-02-08T08:44:40.325" v="3332" actId="14100"/>
          <ac:spMkLst>
            <pc:docMk/>
            <pc:sldMk cId="0" sldId="258"/>
            <ac:spMk id="4" creationId="{43445544-9AEC-5C20-69EC-0A5856565589}"/>
          </ac:spMkLst>
        </pc:spChg>
        <pc:spChg chg="mod">
          <ac:chgData name="Bertrand FILLION" userId="b7ba5e4f88c7f917" providerId="LiveId" clId="{D6A4495E-270E-5780-AA0A-2870881BF0F4}" dt="2026-02-07T14:58:26.033" v="830" actId="1076"/>
          <ac:spMkLst>
            <pc:docMk/>
            <pc:sldMk cId="0" sldId="258"/>
            <ac:spMk id="6" creationId="{62BA5E99-9C85-D77A-1154-4C3A9447DEF0}"/>
          </ac:spMkLst>
        </pc:spChg>
        <pc:spChg chg="mod">
          <ac:chgData name="Bertrand FILLION" userId="b7ba5e4f88c7f917" providerId="LiveId" clId="{D6A4495E-270E-5780-AA0A-2870881BF0F4}" dt="2026-02-07T14:53:54.657" v="562" actId="20577"/>
          <ac:spMkLst>
            <pc:docMk/>
            <pc:sldMk cId="0" sldId="258"/>
            <ac:spMk id="437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7:21.515" v="773" actId="255"/>
          <ac:spMkLst>
            <pc:docMk/>
            <pc:sldMk cId="0" sldId="258"/>
            <ac:spMk id="438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4:02.828" v="574" actId="20577"/>
          <ac:spMkLst>
            <pc:docMk/>
            <pc:sldMk cId="0" sldId="258"/>
            <ac:spMk id="441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8T08:47:22.955" v="3333" actId="20577"/>
          <ac:spMkLst>
            <pc:docMk/>
            <pc:sldMk cId="0" sldId="258"/>
            <ac:spMk id="442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4:43.261" v="597" actId="20577"/>
          <ac:spMkLst>
            <pc:docMk/>
            <pc:sldMk cId="0" sldId="258"/>
            <ac:spMk id="444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5:03:20.470" v="862" actId="255"/>
          <ac:spMkLst>
            <pc:docMk/>
            <pc:sldMk cId="0" sldId="258"/>
            <ac:spMk id="445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4:56.180" v="607" actId="20577"/>
          <ac:spMkLst>
            <pc:docMk/>
            <pc:sldMk cId="0" sldId="258"/>
            <ac:spMk id="447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5:03:26.004" v="863" actId="255"/>
          <ac:spMkLst>
            <pc:docMk/>
            <pc:sldMk cId="0" sldId="258"/>
            <ac:spMk id="448" creationId="{00000000-0000-0000-0000-000000000000}"/>
          </ac:spMkLst>
        </pc:spChg>
      </pc:sldChg>
      <pc:sldChg chg="addSp delSp modSp mod ord">
        <pc:chgData name="Bertrand FILLION" userId="b7ba5e4f88c7f917" providerId="LiveId" clId="{D6A4495E-270E-5780-AA0A-2870881BF0F4}" dt="2026-02-20T15:53:54.039" v="4435" actId="20577"/>
        <pc:sldMkLst>
          <pc:docMk/>
          <pc:sldMk cId="810049517" sldId="329"/>
        </pc:sldMkLst>
        <pc:spChg chg="mod">
          <ac:chgData name="Bertrand FILLION" userId="b7ba5e4f88c7f917" providerId="LiveId" clId="{D6A4495E-270E-5780-AA0A-2870881BF0F4}" dt="2026-02-07T15:07:16.145" v="937"/>
          <ac:spMkLst>
            <pc:docMk/>
            <pc:sldMk cId="810049517" sldId="329"/>
            <ac:spMk id="2" creationId="{4CEFA127-D5A6-C307-682B-43C8C63FB6CC}"/>
          </ac:spMkLst>
        </pc:spChg>
        <pc:spChg chg="mod">
          <ac:chgData name="Bertrand FILLION" userId="b7ba5e4f88c7f917" providerId="LiveId" clId="{D6A4495E-270E-5780-AA0A-2870881BF0F4}" dt="2026-02-20T15:53:54.039" v="4435" actId="20577"/>
          <ac:spMkLst>
            <pc:docMk/>
            <pc:sldMk cId="810049517" sldId="329"/>
            <ac:spMk id="3" creationId="{20A33659-8DD5-FCC5-23C1-81BF543880C0}"/>
          </ac:spMkLst>
        </pc:spChg>
      </pc:sldChg>
      <pc:sldChg chg="addSp delSp modSp mod">
        <pc:chgData name="Bertrand FILLION" userId="b7ba5e4f88c7f917" providerId="LiveId" clId="{D6A4495E-270E-5780-AA0A-2870881BF0F4}" dt="2026-02-20T18:27:08.728" v="6116" actId="20577"/>
        <pc:sldMkLst>
          <pc:docMk/>
          <pc:sldMk cId="3196858547" sldId="364"/>
        </pc:sldMkLst>
        <pc:spChg chg="mod">
          <ac:chgData name="Bertrand FILLION" userId="b7ba5e4f88c7f917" providerId="LiveId" clId="{D6A4495E-270E-5780-AA0A-2870881BF0F4}" dt="2026-02-20T18:27:08.728" v="6116" actId="20577"/>
          <ac:spMkLst>
            <pc:docMk/>
            <pc:sldMk cId="3196858547" sldId="364"/>
            <ac:spMk id="3" creationId="{AC27EDCC-F68B-1C52-0411-23E606239346}"/>
          </ac:spMkLst>
        </pc:spChg>
      </pc:sldChg>
      <pc:sldChg chg="addSp delSp modSp mod">
        <pc:chgData name="Bertrand FILLION" userId="b7ba5e4f88c7f917" providerId="LiveId" clId="{D6A4495E-270E-5780-AA0A-2870881BF0F4}" dt="2026-02-07T15:04:11.980" v="869" actId="122"/>
        <pc:sldMkLst>
          <pc:docMk/>
          <pc:sldMk cId="2832257578" sldId="382"/>
        </pc:sldMkLst>
        <pc:spChg chg="mod">
          <ac:chgData name="Bertrand FILLION" userId="b7ba5e4f88c7f917" providerId="LiveId" clId="{D6A4495E-270E-5780-AA0A-2870881BF0F4}" dt="2026-02-07T15:04:11.980" v="869" actId="122"/>
          <ac:spMkLst>
            <pc:docMk/>
            <pc:sldMk cId="2832257578" sldId="382"/>
            <ac:spMk id="2" creationId="{6D4E913C-75FD-4232-7769-B551FB0D1BDB}"/>
          </ac:spMkLst>
        </pc:spChg>
      </pc:sldChg>
      <pc:sldChg chg="modSp add mod">
        <pc:chgData name="Bertrand FILLION" userId="b7ba5e4f88c7f917" providerId="LiveId" clId="{D6A4495E-270E-5780-AA0A-2870881BF0F4}" dt="2026-02-07T15:04:08.129" v="868" actId="122"/>
        <pc:sldMkLst>
          <pc:docMk/>
          <pc:sldMk cId="279295575" sldId="389"/>
        </pc:sldMkLst>
        <pc:spChg chg="mod">
          <ac:chgData name="Bertrand FILLION" userId="b7ba5e4f88c7f917" providerId="LiveId" clId="{D6A4495E-270E-5780-AA0A-2870881BF0F4}" dt="2026-02-07T15:04:08.129" v="868" actId="122"/>
          <ac:spMkLst>
            <pc:docMk/>
            <pc:sldMk cId="279295575" sldId="389"/>
            <ac:spMk id="2" creationId="{A03033C1-A776-5C92-E2C2-E7C1F508FE99}"/>
          </ac:spMkLst>
        </pc:spChg>
      </pc:sldChg>
      <pc:sldChg chg="modSp add del mod">
        <pc:chgData name="Bertrand FILLION" userId="b7ba5e4f88c7f917" providerId="LiveId" clId="{D6A4495E-270E-5780-AA0A-2870881BF0F4}" dt="2026-02-20T21:43:57.430" v="6118" actId="2696"/>
        <pc:sldMkLst>
          <pc:docMk/>
          <pc:sldMk cId="687527689" sldId="390"/>
        </pc:sldMkLst>
      </pc:sldChg>
      <pc:sldChg chg="modSp add mod">
        <pc:chgData name="Bertrand FILLION" userId="b7ba5e4f88c7f917" providerId="LiveId" clId="{D6A4495E-270E-5780-AA0A-2870881BF0F4}" dt="2026-02-07T15:04:38.482" v="875" actId="122"/>
        <pc:sldMkLst>
          <pc:docMk/>
          <pc:sldMk cId="3942977803" sldId="391"/>
        </pc:sldMkLst>
        <pc:spChg chg="mod">
          <ac:chgData name="Bertrand FILLION" userId="b7ba5e4f88c7f917" providerId="LiveId" clId="{D6A4495E-270E-5780-AA0A-2870881BF0F4}" dt="2026-02-07T15:04:38.482" v="875" actId="122"/>
          <ac:spMkLst>
            <pc:docMk/>
            <pc:sldMk cId="3942977803" sldId="391"/>
            <ac:spMk id="2" creationId="{A774882E-F435-3F69-9BA5-E6877733CFD3}"/>
          </ac:spMkLst>
        </pc:spChg>
      </pc:sldChg>
      <pc:sldChg chg="modSp add mod">
        <pc:chgData name="Bertrand FILLION" userId="b7ba5e4f88c7f917" providerId="LiveId" clId="{D6A4495E-270E-5780-AA0A-2870881BF0F4}" dt="2026-02-20T18:24:34.726" v="5828" actId="20577"/>
        <pc:sldMkLst>
          <pc:docMk/>
          <pc:sldMk cId="3515114462" sldId="392"/>
        </pc:sldMkLst>
        <pc:spChg chg="mod">
          <ac:chgData name="Bertrand FILLION" userId="b7ba5e4f88c7f917" providerId="LiveId" clId="{D6A4495E-270E-5780-AA0A-2870881BF0F4}" dt="2026-02-20T18:24:34.726" v="5828" actId="20577"/>
          <ac:spMkLst>
            <pc:docMk/>
            <pc:sldMk cId="3515114462" sldId="392"/>
            <ac:spMk id="2" creationId="{A19D410E-31E9-8619-DE84-CBD860C010F1}"/>
          </ac:spMkLst>
        </pc:spChg>
      </pc:sldChg>
      <pc:sldChg chg="modSp add del mod">
        <pc:chgData name="Bertrand FILLION" userId="b7ba5e4f88c7f917" providerId="LiveId" clId="{D6A4495E-270E-5780-AA0A-2870881BF0F4}" dt="2026-02-07T15:05:54.187" v="915" actId="2696"/>
        <pc:sldMkLst>
          <pc:docMk/>
          <pc:sldMk cId="2643683501" sldId="393"/>
        </pc:sldMkLst>
        <pc:spChg chg="mod">
          <ac:chgData name="Bertrand FILLION" userId="b7ba5e4f88c7f917" providerId="LiveId" clId="{D6A4495E-270E-5780-AA0A-2870881BF0F4}" dt="2026-02-07T15:04:59.753" v="889" actId="20577"/>
          <ac:spMkLst>
            <pc:docMk/>
            <pc:sldMk cId="2643683501" sldId="393"/>
            <ac:spMk id="2" creationId="{7E1FBE81-C3E9-E035-5C42-1F7E140AAF4F}"/>
          </ac:spMkLst>
        </pc:spChg>
      </pc:sldChg>
      <pc:sldChg chg="addSp delSp modSp new mod">
        <pc:chgData name="Bertrand FILLION" userId="b7ba5e4f88c7f917" providerId="LiveId" clId="{D6A4495E-270E-5780-AA0A-2870881BF0F4}" dt="2026-02-07T16:15:05.748" v="1828" actId="20577"/>
        <pc:sldMkLst>
          <pc:docMk/>
          <pc:sldMk cId="2513593394" sldId="394"/>
        </pc:sldMkLst>
        <pc:spChg chg="mod">
          <ac:chgData name="Bertrand FILLION" userId="b7ba5e4f88c7f917" providerId="LiveId" clId="{D6A4495E-270E-5780-AA0A-2870881BF0F4}" dt="2026-02-07T16:15:05.748" v="1828" actId="20577"/>
          <ac:spMkLst>
            <pc:docMk/>
            <pc:sldMk cId="2513593394" sldId="394"/>
            <ac:spMk id="2" creationId="{D0E2787B-F7A9-AA80-E04E-B1E9BA08F5A4}"/>
          </ac:spMkLst>
        </pc:spChg>
        <pc:spChg chg="mod">
          <ac:chgData name="Bertrand FILLION" userId="b7ba5e4f88c7f917" providerId="LiveId" clId="{D6A4495E-270E-5780-AA0A-2870881BF0F4}" dt="2026-02-07T16:08:43.291" v="1803" actId="20577"/>
          <ac:spMkLst>
            <pc:docMk/>
            <pc:sldMk cId="2513593394" sldId="394"/>
            <ac:spMk id="3" creationId="{5B0834CE-8519-78ED-204A-051FC6B3E20C}"/>
          </ac:spMkLst>
        </pc:spChg>
        <pc:graphicFrameChg chg="add mod modGraphic">
          <ac:chgData name="Bertrand FILLION" userId="b7ba5e4f88c7f917" providerId="LiveId" clId="{D6A4495E-270E-5780-AA0A-2870881BF0F4}" dt="2026-02-07T16:10:30.998" v="1810" actId="207"/>
          <ac:graphicFrameMkLst>
            <pc:docMk/>
            <pc:sldMk cId="2513593394" sldId="394"/>
            <ac:graphicFrameMk id="6" creationId="{51C77F1F-7766-0B97-9B83-E906097A5650}"/>
          </ac:graphicFrameMkLst>
        </pc:graphicFrameChg>
        <pc:picChg chg="add mod">
          <ac:chgData name="Bertrand FILLION" userId="b7ba5e4f88c7f917" providerId="LiveId" clId="{D6A4495E-270E-5780-AA0A-2870881BF0F4}" dt="2026-02-07T16:03:31.701" v="1578" actId="1076"/>
          <ac:picMkLst>
            <pc:docMk/>
            <pc:sldMk cId="2513593394" sldId="394"/>
            <ac:picMk id="6146" creationId="{6C234469-A5DB-373F-7356-9964D09D1756}"/>
          </ac:picMkLst>
        </pc:picChg>
      </pc:sldChg>
      <pc:sldChg chg="addSp modSp new mod">
        <pc:chgData name="Bertrand FILLION" userId="b7ba5e4f88c7f917" providerId="LiveId" clId="{D6A4495E-270E-5780-AA0A-2870881BF0F4}" dt="2026-02-07T17:26:44.984" v="3022" actId="20577"/>
        <pc:sldMkLst>
          <pc:docMk/>
          <pc:sldMk cId="2684971002" sldId="395"/>
        </pc:sldMkLst>
        <pc:spChg chg="mod">
          <ac:chgData name="Bertrand FILLION" userId="b7ba5e4f88c7f917" providerId="LiveId" clId="{D6A4495E-270E-5780-AA0A-2870881BF0F4}" dt="2026-02-07T16:15:35.089" v="1859" actId="20577"/>
          <ac:spMkLst>
            <pc:docMk/>
            <pc:sldMk cId="2684971002" sldId="395"/>
            <ac:spMk id="2" creationId="{F15DC837-FD5D-947C-78C2-36995859496B}"/>
          </ac:spMkLst>
        </pc:spChg>
        <pc:spChg chg="mod">
          <ac:chgData name="Bertrand FILLION" userId="b7ba5e4f88c7f917" providerId="LiveId" clId="{D6A4495E-270E-5780-AA0A-2870881BF0F4}" dt="2026-02-07T17:26:44.984" v="3022" actId="20577"/>
          <ac:spMkLst>
            <pc:docMk/>
            <pc:sldMk cId="2684971002" sldId="395"/>
            <ac:spMk id="3" creationId="{71AF28E8-9DCA-15FB-096A-A593651D7BDF}"/>
          </ac:spMkLst>
        </pc:spChg>
        <pc:picChg chg="add mod">
          <ac:chgData name="Bertrand FILLION" userId="b7ba5e4f88c7f917" providerId="LiveId" clId="{D6A4495E-270E-5780-AA0A-2870881BF0F4}" dt="2026-02-07T17:26:26.483" v="3021" actId="1076"/>
          <ac:picMkLst>
            <pc:docMk/>
            <pc:sldMk cId="2684971002" sldId="395"/>
            <ac:picMk id="5" creationId="{CCB4EEA7-C910-949E-F089-6D4FB8B49EC6}"/>
          </ac:picMkLst>
        </pc:picChg>
      </pc:sldChg>
      <pc:sldChg chg="addSp delSp modSp add mod">
        <pc:chgData name="Bertrand FILLION" userId="b7ba5e4f88c7f917" providerId="LiveId" clId="{D6A4495E-270E-5780-AA0A-2870881BF0F4}" dt="2026-02-07T16:29:58.902" v="2112" actId="1076"/>
        <pc:sldMkLst>
          <pc:docMk/>
          <pc:sldMk cId="1233707292" sldId="396"/>
        </pc:sldMkLst>
        <pc:spChg chg="mod">
          <ac:chgData name="Bertrand FILLION" userId="b7ba5e4f88c7f917" providerId="LiveId" clId="{D6A4495E-270E-5780-AA0A-2870881BF0F4}" dt="2026-02-07T16:25:14.033" v="2101" actId="20577"/>
          <ac:spMkLst>
            <pc:docMk/>
            <pc:sldMk cId="1233707292" sldId="396"/>
            <ac:spMk id="3" creationId="{30522F2A-36B0-0D41-2B97-7E3E84EF8B65}"/>
          </ac:spMkLst>
        </pc:spChg>
        <pc:picChg chg="add mod">
          <ac:chgData name="Bertrand FILLION" userId="b7ba5e4f88c7f917" providerId="LiveId" clId="{D6A4495E-270E-5780-AA0A-2870881BF0F4}" dt="2026-02-07T16:22:57.896" v="2038" actId="1076"/>
          <ac:picMkLst>
            <pc:docMk/>
            <pc:sldMk cId="1233707292" sldId="396"/>
            <ac:picMk id="6" creationId="{47593F79-67A3-2A85-9722-2530D941D8D3}"/>
          </ac:picMkLst>
        </pc:picChg>
        <pc:picChg chg="add mod">
          <ac:chgData name="Bertrand FILLION" userId="b7ba5e4f88c7f917" providerId="LiveId" clId="{D6A4495E-270E-5780-AA0A-2870881BF0F4}" dt="2026-02-07T16:23:31.886" v="2043" actId="1076"/>
          <ac:picMkLst>
            <pc:docMk/>
            <pc:sldMk cId="1233707292" sldId="396"/>
            <ac:picMk id="7" creationId="{49270870-0BF1-A435-B689-F030969ECB06}"/>
          </ac:picMkLst>
        </pc:picChg>
        <pc:picChg chg="add mod">
          <ac:chgData name="Bertrand FILLION" userId="b7ba5e4f88c7f917" providerId="LiveId" clId="{D6A4495E-270E-5780-AA0A-2870881BF0F4}" dt="2026-02-07T16:29:58.902" v="2112" actId="1076"/>
          <ac:picMkLst>
            <pc:docMk/>
            <pc:sldMk cId="1233707292" sldId="396"/>
            <ac:picMk id="9" creationId="{51CB6A5B-D16C-35DF-3F7F-DAB4935B838F}"/>
          </ac:picMkLst>
        </pc:picChg>
      </pc:sldChg>
      <pc:sldChg chg="addSp delSp modSp add mod">
        <pc:chgData name="Bertrand FILLION" userId="b7ba5e4f88c7f917" providerId="LiveId" clId="{D6A4495E-270E-5780-AA0A-2870881BF0F4}" dt="2026-02-07T17:27:39.604" v="3037" actId="2710"/>
        <pc:sldMkLst>
          <pc:docMk/>
          <pc:sldMk cId="4153008494" sldId="397"/>
        </pc:sldMkLst>
        <pc:spChg chg="mod">
          <ac:chgData name="Bertrand FILLION" userId="b7ba5e4f88c7f917" providerId="LiveId" clId="{D6A4495E-270E-5780-AA0A-2870881BF0F4}" dt="2026-02-07T17:27:39.604" v="3037" actId="2710"/>
          <ac:spMkLst>
            <pc:docMk/>
            <pc:sldMk cId="4153008494" sldId="397"/>
            <ac:spMk id="3" creationId="{6041E69F-593C-849E-25C7-A7D4340F9C26}"/>
          </ac:spMkLst>
        </pc:spChg>
        <pc:picChg chg="add mod">
          <ac:chgData name="Bertrand FILLION" userId="b7ba5e4f88c7f917" providerId="LiveId" clId="{D6A4495E-270E-5780-AA0A-2870881BF0F4}" dt="2026-02-07T16:54:18.146" v="2190" actId="1076"/>
          <ac:picMkLst>
            <pc:docMk/>
            <pc:sldMk cId="4153008494" sldId="397"/>
            <ac:picMk id="5" creationId="{59277D09-E198-B3A3-FFE3-1DB7F597C29C}"/>
          </ac:picMkLst>
        </pc:picChg>
        <pc:picChg chg="add mod">
          <ac:chgData name="Bertrand FILLION" userId="b7ba5e4f88c7f917" providerId="LiveId" clId="{D6A4495E-270E-5780-AA0A-2870881BF0F4}" dt="2026-02-07T16:54:32.062" v="2194" actId="14100"/>
          <ac:picMkLst>
            <pc:docMk/>
            <pc:sldMk cId="4153008494" sldId="397"/>
            <ac:picMk id="9" creationId="{4CEA2AC9-AED2-77F5-EE00-A2FAFBFA2F82}"/>
          </ac:picMkLst>
        </pc:picChg>
      </pc:sldChg>
      <pc:sldChg chg="addSp delSp modSp add mod">
        <pc:chgData name="Bertrand FILLION" userId="b7ba5e4f88c7f917" providerId="LiveId" clId="{D6A4495E-270E-5780-AA0A-2870881BF0F4}" dt="2026-02-07T17:28:20.694" v="3039" actId="20577"/>
        <pc:sldMkLst>
          <pc:docMk/>
          <pc:sldMk cId="4228708544" sldId="398"/>
        </pc:sldMkLst>
        <pc:spChg chg="mod">
          <ac:chgData name="Bertrand FILLION" userId="b7ba5e4f88c7f917" providerId="LiveId" clId="{D6A4495E-270E-5780-AA0A-2870881BF0F4}" dt="2026-02-07T17:28:20.694" v="3039" actId="20577"/>
          <ac:spMkLst>
            <pc:docMk/>
            <pc:sldMk cId="4228708544" sldId="398"/>
            <ac:spMk id="3" creationId="{61A9DDC9-A7E4-98E4-E6F0-689F7DDF82FB}"/>
          </ac:spMkLst>
        </pc:spChg>
        <pc:spChg chg="add mod">
          <ac:chgData name="Bertrand FILLION" userId="b7ba5e4f88c7f917" providerId="LiveId" clId="{D6A4495E-270E-5780-AA0A-2870881BF0F4}" dt="2026-02-07T17:17:38.249" v="2796" actId="20577"/>
          <ac:spMkLst>
            <pc:docMk/>
            <pc:sldMk cId="4228708544" sldId="398"/>
            <ac:spMk id="7" creationId="{FD934CC9-3D23-EC10-2A0A-81CD4AC3DF25}"/>
          </ac:spMkLst>
        </pc:spChg>
        <pc:picChg chg="add mod">
          <ac:chgData name="Bertrand FILLION" userId="b7ba5e4f88c7f917" providerId="LiveId" clId="{D6A4495E-270E-5780-AA0A-2870881BF0F4}" dt="2026-02-07T16:59:56.822" v="2222" actId="1076"/>
          <ac:picMkLst>
            <pc:docMk/>
            <pc:sldMk cId="4228708544" sldId="398"/>
            <ac:picMk id="6" creationId="{DCF63AB9-FBC9-862B-AEFC-738537D6263A}"/>
          </ac:picMkLst>
        </pc:picChg>
        <pc:picChg chg="add mod">
          <ac:chgData name="Bertrand FILLION" userId="b7ba5e4f88c7f917" providerId="LiveId" clId="{D6A4495E-270E-5780-AA0A-2870881BF0F4}" dt="2026-02-07T17:00:53.157" v="2296" actId="1076"/>
          <ac:picMkLst>
            <pc:docMk/>
            <pc:sldMk cId="4228708544" sldId="398"/>
            <ac:picMk id="8" creationId="{A278C891-9A92-022A-678D-7B4EC70174A2}"/>
          </ac:picMkLst>
        </pc:picChg>
      </pc:sldChg>
      <pc:sldChg chg="addSp modSp new mod">
        <pc:chgData name="Bertrand FILLION" userId="b7ba5e4f88c7f917" providerId="LiveId" clId="{D6A4495E-270E-5780-AA0A-2870881BF0F4}" dt="2026-02-07T17:32:38.409" v="3104" actId="1076"/>
        <pc:sldMkLst>
          <pc:docMk/>
          <pc:sldMk cId="2447531629" sldId="399"/>
        </pc:sldMkLst>
        <pc:spChg chg="mod">
          <ac:chgData name="Bertrand FILLION" userId="b7ba5e4f88c7f917" providerId="LiveId" clId="{D6A4495E-270E-5780-AA0A-2870881BF0F4}" dt="2026-02-07T17:02:13.582" v="2327" actId="20577"/>
          <ac:spMkLst>
            <pc:docMk/>
            <pc:sldMk cId="2447531629" sldId="399"/>
            <ac:spMk id="2" creationId="{7FAAFBF0-3D81-C6E0-09D3-2928D8783D47}"/>
          </ac:spMkLst>
        </pc:spChg>
        <pc:spChg chg="mod">
          <ac:chgData name="Bertrand FILLION" userId="b7ba5e4f88c7f917" providerId="LiveId" clId="{D6A4495E-270E-5780-AA0A-2870881BF0F4}" dt="2026-02-07T17:32:24.018" v="3103" actId="20577"/>
          <ac:spMkLst>
            <pc:docMk/>
            <pc:sldMk cId="2447531629" sldId="399"/>
            <ac:spMk id="3" creationId="{1C791399-2291-1EB1-A9BE-282F5F44CF01}"/>
          </ac:spMkLst>
        </pc:spChg>
        <pc:spChg chg="add mod">
          <ac:chgData name="Bertrand FILLION" userId="b7ba5e4f88c7f917" providerId="LiveId" clId="{D6A4495E-270E-5780-AA0A-2870881BF0F4}" dt="2026-02-07T17:32:38.409" v="3104" actId="1076"/>
          <ac:spMkLst>
            <pc:docMk/>
            <pc:sldMk cId="2447531629" sldId="399"/>
            <ac:spMk id="5" creationId="{EB4A197E-B235-DB9A-0943-91E7A15833EF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7" creationId="{EE79B542-D985-9ADF-FE11-25D826249884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8" creationId="{8ECDB03A-9CD3-944C-D974-23AAA3F69D01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9" creationId="{6C52FB18-3F50-7592-1BC6-634B7043AB87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0" creationId="{07966FF7-294A-DA3D-6309-3F02EFF3112E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1" creationId="{58AD3A6D-F738-4518-15F4-1B3D7A14F6D0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2" creationId="{E366CA98-263E-1629-FE5E-B59DFE2DAF3A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3" creationId="{56D64FD1-AD73-07D9-59B0-1402F9C600BC}"/>
          </ac:spMkLst>
        </pc:spChg>
        <pc:spChg chg="add mod">
          <ac:chgData name="Bertrand FILLION" userId="b7ba5e4f88c7f917" providerId="LiveId" clId="{D6A4495E-270E-5780-AA0A-2870881BF0F4}" dt="2026-02-07T17:16:35.507" v="2783" actId="1076"/>
          <ac:spMkLst>
            <pc:docMk/>
            <pc:sldMk cId="2447531629" sldId="399"/>
            <ac:spMk id="14" creationId="{35E38280-3B45-EC08-C8D1-5803CC73D748}"/>
          </ac:spMkLst>
        </pc:spChg>
        <pc:spChg chg="add mod">
          <ac:chgData name="Bertrand FILLION" userId="b7ba5e4f88c7f917" providerId="LiveId" clId="{D6A4495E-270E-5780-AA0A-2870881BF0F4}" dt="2026-02-07T17:32:38.409" v="3104" actId="1076"/>
          <ac:spMkLst>
            <pc:docMk/>
            <pc:sldMk cId="2447531629" sldId="399"/>
            <ac:spMk id="15" creationId="{4515B2C9-E3F2-65E3-34D1-D70B21E1CBF3}"/>
          </ac:spMkLst>
        </pc:spChg>
        <pc:grpChg chg="add mod">
          <ac:chgData name="Bertrand FILLION" userId="b7ba5e4f88c7f917" providerId="LiveId" clId="{D6A4495E-270E-5780-AA0A-2870881BF0F4}" dt="2026-02-07T17:29:53.510" v="3040" actId="1076"/>
          <ac:grpSpMkLst>
            <pc:docMk/>
            <pc:sldMk cId="2447531629" sldId="399"/>
            <ac:grpSpMk id="16" creationId="{D6C38E07-D7EE-F1FD-F313-056FF7A55FE7}"/>
          </ac:grpSpMkLst>
        </pc:grpChg>
        <pc:picChg chg="add mod">
          <ac:chgData name="Bertrand FILLION" userId="b7ba5e4f88c7f917" providerId="LiveId" clId="{D6A4495E-270E-5780-AA0A-2870881BF0F4}" dt="2026-02-07T17:29:53.510" v="3040" actId="1076"/>
          <ac:picMkLst>
            <pc:docMk/>
            <pc:sldMk cId="2447531629" sldId="399"/>
            <ac:picMk id="6" creationId="{8D45DEFB-3C5C-762E-6C24-73F711514394}"/>
          </ac:picMkLst>
        </pc:picChg>
        <pc:picChg chg="add mod">
          <ac:chgData name="Bertrand FILLION" userId="b7ba5e4f88c7f917" providerId="LiveId" clId="{D6A4495E-270E-5780-AA0A-2870881BF0F4}" dt="2026-02-07T17:31:49.641" v="3058" actId="1076"/>
          <ac:picMkLst>
            <pc:docMk/>
            <pc:sldMk cId="2447531629" sldId="399"/>
            <ac:picMk id="17" creationId="{46E129B2-4457-A591-F935-80E9B6C52C74}"/>
          </ac:picMkLst>
        </pc:picChg>
        <pc:picChg chg="add mod">
          <ac:chgData name="Bertrand FILLION" userId="b7ba5e4f88c7f917" providerId="LiveId" clId="{D6A4495E-270E-5780-AA0A-2870881BF0F4}" dt="2026-02-07T17:31:52.042" v="3059" actId="1076"/>
          <ac:picMkLst>
            <pc:docMk/>
            <pc:sldMk cId="2447531629" sldId="399"/>
            <ac:picMk id="18" creationId="{068B1E36-DA32-8105-6BF2-6C8B934AF903}"/>
          </ac:picMkLst>
        </pc:picChg>
      </pc:sldChg>
      <pc:sldChg chg="addSp delSp modSp new mod ord">
        <pc:chgData name="Bertrand FILLION" userId="b7ba5e4f88c7f917" providerId="LiveId" clId="{D6A4495E-270E-5780-AA0A-2870881BF0F4}" dt="2026-02-20T17:29:29.947" v="5295" actId="20577"/>
        <pc:sldMkLst>
          <pc:docMk/>
          <pc:sldMk cId="478654103" sldId="400"/>
        </pc:sldMkLst>
        <pc:spChg chg="mod">
          <ac:chgData name="Bertrand FILLION" userId="b7ba5e4f88c7f917" providerId="LiveId" clId="{D6A4495E-270E-5780-AA0A-2870881BF0F4}" dt="2026-02-07T17:08:18.598" v="2575" actId="20577"/>
          <ac:spMkLst>
            <pc:docMk/>
            <pc:sldMk cId="478654103" sldId="400"/>
            <ac:spMk id="2" creationId="{A451A514-321A-59ED-2761-7E8006BD2245}"/>
          </ac:spMkLst>
        </pc:spChg>
        <pc:spChg chg="mod">
          <ac:chgData name="Bertrand FILLION" userId="b7ba5e4f88c7f917" providerId="LiveId" clId="{D6A4495E-270E-5780-AA0A-2870881BF0F4}" dt="2026-02-20T17:29:29.947" v="5295" actId="20577"/>
          <ac:spMkLst>
            <pc:docMk/>
            <pc:sldMk cId="478654103" sldId="400"/>
            <ac:spMk id="3" creationId="{58323A1D-CAE1-A888-3D5B-79B97BEF7870}"/>
          </ac:spMkLst>
        </pc:spChg>
      </pc:sldChg>
      <pc:sldChg chg="addSp delSp modSp new mod">
        <pc:chgData name="Bertrand FILLION" userId="b7ba5e4f88c7f917" providerId="LiveId" clId="{D6A4495E-270E-5780-AA0A-2870881BF0F4}" dt="2026-02-20T18:13:50.635" v="5399" actId="20577"/>
        <pc:sldMkLst>
          <pc:docMk/>
          <pc:sldMk cId="3517905639" sldId="401"/>
        </pc:sldMkLst>
        <pc:spChg chg="mod">
          <ac:chgData name="Bertrand FILLION" userId="b7ba5e4f88c7f917" providerId="LiveId" clId="{D6A4495E-270E-5780-AA0A-2870881BF0F4}" dt="2026-02-07T17:38:07.660" v="3297"/>
          <ac:spMkLst>
            <pc:docMk/>
            <pc:sldMk cId="3517905639" sldId="401"/>
            <ac:spMk id="2" creationId="{DEB851B1-CCA4-15B1-FDC6-075756C736BE}"/>
          </ac:spMkLst>
        </pc:spChg>
        <pc:spChg chg="mod">
          <ac:chgData name="Bertrand FILLION" userId="b7ba5e4f88c7f917" providerId="LiveId" clId="{D6A4495E-270E-5780-AA0A-2870881BF0F4}" dt="2026-02-20T18:13:50.635" v="5399" actId="20577"/>
          <ac:spMkLst>
            <pc:docMk/>
            <pc:sldMk cId="3517905639" sldId="401"/>
            <ac:spMk id="3" creationId="{07A85968-916A-2646-CD28-2FF04D9EABFF}"/>
          </ac:spMkLst>
        </pc:spChg>
        <pc:picChg chg="add del mod">
          <ac:chgData name="Bertrand FILLION" userId="b7ba5e4f88c7f917" providerId="LiveId" clId="{D6A4495E-270E-5780-AA0A-2870881BF0F4}" dt="2026-02-20T16:34:06.775" v="5074" actId="478"/>
          <ac:picMkLst>
            <pc:docMk/>
            <pc:sldMk cId="3517905639" sldId="401"/>
            <ac:picMk id="5" creationId="{FE598593-8207-0F0F-3A7B-34E288B29E86}"/>
          </ac:picMkLst>
        </pc:picChg>
        <pc:picChg chg="add mod">
          <ac:chgData name="Bertrand FILLION" userId="b7ba5e4f88c7f917" providerId="LiveId" clId="{D6A4495E-270E-5780-AA0A-2870881BF0F4}" dt="2026-02-20T18:12:28.891" v="5304" actId="1076"/>
          <ac:picMkLst>
            <pc:docMk/>
            <pc:sldMk cId="3517905639" sldId="401"/>
            <ac:picMk id="6" creationId="{CB2A68E4-DCCF-56AB-103D-9D696F745286}"/>
          </ac:picMkLst>
        </pc:picChg>
      </pc:sldChg>
      <pc:sldChg chg="addSp delSp modSp new mod ord">
        <pc:chgData name="Bertrand FILLION" userId="b7ba5e4f88c7f917" providerId="LiveId" clId="{D6A4495E-270E-5780-AA0A-2870881BF0F4}" dt="2026-02-14T14:31:39.674" v="4307" actId="20578"/>
        <pc:sldMkLst>
          <pc:docMk/>
          <pc:sldMk cId="4145933039" sldId="402"/>
        </pc:sldMkLst>
        <pc:spChg chg="mod">
          <ac:chgData name="Bertrand FILLION" userId="b7ba5e4f88c7f917" providerId="LiveId" clId="{D6A4495E-270E-5780-AA0A-2870881BF0F4}" dt="2026-02-07T17:36:51.778" v="3275" actId="20577"/>
          <ac:spMkLst>
            <pc:docMk/>
            <pc:sldMk cId="4145933039" sldId="402"/>
            <ac:spMk id="2" creationId="{F9D73805-22E6-210A-6FBD-14DF480BC992}"/>
          </ac:spMkLst>
        </pc:spChg>
        <pc:spChg chg="add mod">
          <ac:chgData name="Bertrand FILLION" userId="b7ba5e4f88c7f917" providerId="LiveId" clId="{D6A4495E-270E-5780-AA0A-2870881BF0F4}" dt="2026-02-14T11:19:19.949" v="3789" actId="1076"/>
          <ac:spMkLst>
            <pc:docMk/>
            <pc:sldMk cId="4145933039" sldId="402"/>
            <ac:spMk id="10" creationId="{DBE639AA-4109-B5DC-A434-FB41C02ADFD7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2" creationId="{7AE94D2A-5012-36C4-0BCF-7F4192B7A2F0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3" creationId="{DC8D0EC9-A587-B36E-3C00-BDA6DD6C830F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4" creationId="{2B092D3D-7C90-0004-E953-D910BBFC4888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5" creationId="{30BFDBF4-A5DF-0167-267A-6D59C45D35DA}"/>
          </ac:spMkLst>
        </pc:spChg>
        <pc:spChg chg="add mod">
          <ac:chgData name="Bertrand FILLION" userId="b7ba5e4f88c7f917" providerId="LiveId" clId="{D6A4495E-270E-5780-AA0A-2870881BF0F4}" dt="2026-02-14T11:19:09.450" v="3788" actId="1076"/>
          <ac:spMkLst>
            <pc:docMk/>
            <pc:sldMk cId="4145933039" sldId="402"/>
            <ac:spMk id="16" creationId="{53EDBC91-472E-8E21-8594-3064BEC8106F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9" creationId="{3EA5FEF7-48AF-C71A-DB8C-9B5535D23974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21" creationId="{76CDF5C5-5F93-121C-94CA-08BF21B202B0}"/>
          </ac:spMkLst>
        </pc:spChg>
        <pc:spChg chg="add mod">
          <ac:chgData name="Bertrand FILLION" userId="b7ba5e4f88c7f917" providerId="LiveId" clId="{D6A4495E-270E-5780-AA0A-2870881BF0F4}" dt="2026-02-14T11:18:55.250" v="3785" actId="1076"/>
          <ac:spMkLst>
            <pc:docMk/>
            <pc:sldMk cId="4145933039" sldId="402"/>
            <ac:spMk id="27" creationId="{0C2020CC-55C8-DA94-F53D-AC6ADAD7CBE8}"/>
          </ac:spMkLst>
        </pc:spChg>
        <pc:spChg chg="add mod">
          <ac:chgData name="Bertrand FILLION" userId="b7ba5e4f88c7f917" providerId="LiveId" clId="{D6A4495E-270E-5780-AA0A-2870881BF0F4}" dt="2026-02-14T11:17:26.831" v="3758" actId="207"/>
          <ac:spMkLst>
            <pc:docMk/>
            <pc:sldMk cId="4145933039" sldId="402"/>
            <ac:spMk id="28" creationId="{86F99896-5B36-0E79-53DA-879AF2F8B3E3}"/>
          </ac:spMkLst>
        </pc:spChg>
        <pc:spChg chg="add mod">
          <ac:chgData name="Bertrand FILLION" userId="b7ba5e4f88c7f917" providerId="LiveId" clId="{D6A4495E-270E-5780-AA0A-2870881BF0F4}" dt="2026-02-14T11:16:28.280" v="3728" actId="167"/>
          <ac:spMkLst>
            <pc:docMk/>
            <pc:sldMk cId="4145933039" sldId="402"/>
            <ac:spMk id="29" creationId="{E37BE5E2-A95D-0907-E7CA-E307D3378E0B}"/>
          </ac:spMkLst>
        </pc:spChg>
        <pc:spChg chg="add mod">
          <ac:chgData name="Bertrand FILLION" userId="b7ba5e4f88c7f917" providerId="LiveId" clId="{D6A4495E-270E-5780-AA0A-2870881BF0F4}" dt="2026-02-14T11:18:23.596" v="3775" actId="20577"/>
          <ac:spMkLst>
            <pc:docMk/>
            <pc:sldMk cId="4145933039" sldId="402"/>
            <ac:spMk id="30" creationId="{005CEBC7-B16D-5782-0EAB-34EE56F1F276}"/>
          </ac:spMkLst>
        </pc:spChg>
        <pc:spChg chg="add mod">
          <ac:chgData name="Bertrand FILLION" userId="b7ba5e4f88c7f917" providerId="LiveId" clId="{D6A4495E-270E-5780-AA0A-2870881BF0F4}" dt="2026-02-14T11:18:36.937" v="3784" actId="20577"/>
          <ac:spMkLst>
            <pc:docMk/>
            <pc:sldMk cId="4145933039" sldId="402"/>
            <ac:spMk id="31" creationId="{E7DEC6F3-C56E-E066-DE8A-96DAB364D5DC}"/>
          </ac:spMkLst>
        </pc:spChg>
        <pc:graphicFrameChg chg="add mod modGraphic">
          <ac:chgData name="Bertrand FILLION" userId="b7ba5e4f88c7f917" providerId="LiveId" clId="{D6A4495E-270E-5780-AA0A-2870881BF0F4}" dt="2026-02-14T11:19:02.125" v="3786" actId="1076"/>
          <ac:graphicFrameMkLst>
            <pc:docMk/>
            <pc:sldMk cId="4145933039" sldId="402"/>
            <ac:graphicFrameMk id="5" creationId="{C33344ED-B13D-6C56-49AA-97CA4BFCB782}"/>
          </ac:graphicFrameMkLst>
        </pc:graphicFrameChg>
        <pc:graphicFrameChg chg="add mod modGraphic">
          <ac:chgData name="Bertrand FILLION" userId="b7ba5e4f88c7f917" providerId="LiveId" clId="{D6A4495E-270E-5780-AA0A-2870881BF0F4}" dt="2026-02-14T11:11:45.616" v="3677" actId="14734"/>
          <ac:graphicFrameMkLst>
            <pc:docMk/>
            <pc:sldMk cId="4145933039" sldId="402"/>
            <ac:graphicFrameMk id="6" creationId="{E32689B3-7536-8FB9-E85A-AFFD199D8C56}"/>
          </ac:graphicFrameMkLst>
        </pc:graphicFrameChg>
        <pc:graphicFrameChg chg="add mod modGraphic">
          <ac:chgData name="Bertrand FILLION" userId="b7ba5e4f88c7f917" providerId="LiveId" clId="{D6A4495E-270E-5780-AA0A-2870881BF0F4}" dt="2026-02-14T11:18:55.250" v="3785" actId="1076"/>
          <ac:graphicFrameMkLst>
            <pc:docMk/>
            <pc:sldMk cId="4145933039" sldId="402"/>
            <ac:graphicFrameMk id="26" creationId="{914F7E04-61D7-9DE2-97F5-329F8511B2D7}"/>
          </ac:graphicFrameMkLst>
        </pc:graphicFrameChg>
        <pc:cxnChg chg="add mod">
          <ac:chgData name="Bertrand FILLION" userId="b7ba5e4f88c7f917" providerId="LiveId" clId="{D6A4495E-270E-5780-AA0A-2870881BF0F4}" dt="2026-02-14T11:19:06.775" v="3787" actId="14100"/>
          <ac:cxnSpMkLst>
            <pc:docMk/>
            <pc:sldMk cId="4145933039" sldId="402"/>
            <ac:cxnSpMk id="18" creationId="{9CF335CC-3FF4-4219-6E61-748B1392B120}"/>
          </ac:cxnSpMkLst>
        </pc:cxnChg>
      </pc:sldChg>
      <pc:sldChg chg="addSp delSp modSp new mod">
        <pc:chgData name="Bertrand FILLION" userId="b7ba5e4f88c7f917" providerId="LiveId" clId="{D6A4495E-270E-5780-AA0A-2870881BF0F4}" dt="2026-02-21T15:46:28.980" v="6453" actId="1076"/>
        <pc:sldMkLst>
          <pc:docMk/>
          <pc:sldMk cId="1422721441" sldId="403"/>
        </pc:sldMkLst>
        <pc:spChg chg="mod">
          <ac:chgData name="Bertrand FILLION" userId="b7ba5e4f88c7f917" providerId="LiveId" clId="{D6A4495E-270E-5780-AA0A-2870881BF0F4}" dt="2026-02-20T16:03:50.955" v="4663"/>
          <ac:spMkLst>
            <pc:docMk/>
            <pc:sldMk cId="1422721441" sldId="403"/>
            <ac:spMk id="2" creationId="{C5903CD2-4E03-5768-EB99-7DDF0D6E6139}"/>
          </ac:spMkLst>
        </pc:spChg>
        <pc:spChg chg="del mod">
          <ac:chgData name="Bertrand FILLION" userId="b7ba5e4f88c7f917" providerId="LiveId" clId="{D6A4495E-270E-5780-AA0A-2870881BF0F4}" dt="2026-02-20T16:03:29.422" v="4652" actId="478"/>
          <ac:spMkLst>
            <pc:docMk/>
            <pc:sldMk cId="1422721441" sldId="403"/>
            <ac:spMk id="3" creationId="{F7FCEA02-5437-F407-5CAA-6521194AA2B2}"/>
          </ac:spMkLst>
        </pc:spChg>
        <pc:spChg chg="add mod">
          <ac:chgData name="Bertrand FILLION" userId="b7ba5e4f88c7f917" providerId="LiveId" clId="{D6A4495E-270E-5780-AA0A-2870881BF0F4}" dt="2026-02-20T16:02:40.324" v="4639" actId="2710"/>
          <ac:spMkLst>
            <pc:docMk/>
            <pc:sldMk cId="1422721441" sldId="403"/>
            <ac:spMk id="5" creationId="{8F65D23B-A6A6-902F-4EAB-FABF8F7EBC45}"/>
          </ac:spMkLst>
        </pc:spChg>
        <pc:spChg chg="add del mod">
          <ac:chgData name="Bertrand FILLION" userId="b7ba5e4f88c7f917" providerId="LiveId" clId="{D6A4495E-270E-5780-AA0A-2870881BF0F4}" dt="2026-02-20T16:03:38.495" v="4654" actId="478"/>
          <ac:spMkLst>
            <pc:docMk/>
            <pc:sldMk cId="1422721441" sldId="403"/>
            <ac:spMk id="9" creationId="{75F84289-8BF1-3BA4-EC1A-F023495AF09B}"/>
          </ac:spMkLst>
        </pc:spChg>
        <pc:picChg chg="add del mod">
          <ac:chgData name="Bertrand FILLION" userId="b7ba5e4f88c7f917" providerId="LiveId" clId="{D6A4495E-270E-5780-AA0A-2870881BF0F4}" dt="2026-02-21T15:46:12.409" v="6447" actId="478"/>
          <ac:picMkLst>
            <pc:docMk/>
            <pc:sldMk cId="1422721441" sldId="403"/>
            <ac:picMk id="3" creationId="{5690DCBD-E8EE-506C-C380-2C4BAF4AD4C2}"/>
          </ac:picMkLst>
        </pc:picChg>
        <pc:picChg chg="add del mod">
          <ac:chgData name="Bertrand FILLION" userId="b7ba5e4f88c7f917" providerId="LiveId" clId="{D6A4495E-270E-5780-AA0A-2870881BF0F4}" dt="2026-02-21T15:20:22.096" v="6432" actId="478"/>
          <ac:picMkLst>
            <pc:docMk/>
            <pc:sldMk cId="1422721441" sldId="403"/>
            <ac:picMk id="6" creationId="{27C64E60-D08E-C647-B7BF-7C1872400659}"/>
          </ac:picMkLst>
        </pc:picChg>
        <pc:picChg chg="add del mod">
          <ac:chgData name="Bertrand FILLION" userId="b7ba5e4f88c7f917" providerId="LiveId" clId="{D6A4495E-270E-5780-AA0A-2870881BF0F4}" dt="2026-02-21T15:20:21.658" v="6431" actId="478"/>
          <ac:picMkLst>
            <pc:docMk/>
            <pc:sldMk cId="1422721441" sldId="403"/>
            <ac:picMk id="7" creationId="{8E2CDBB9-717B-2481-5832-D91E6A72C995}"/>
          </ac:picMkLst>
        </pc:picChg>
        <pc:picChg chg="add del mod">
          <ac:chgData name="Bertrand FILLION" userId="b7ba5e4f88c7f917" providerId="LiveId" clId="{D6A4495E-270E-5780-AA0A-2870881BF0F4}" dt="2026-02-21T15:46:04.818" v="6443" actId="478"/>
          <ac:picMkLst>
            <pc:docMk/>
            <pc:sldMk cId="1422721441" sldId="403"/>
            <ac:picMk id="8" creationId="{C54153C3-1955-A57D-3CA8-22A57461FC89}"/>
          </ac:picMkLst>
        </pc:picChg>
        <pc:picChg chg="add mod">
          <ac:chgData name="Bertrand FILLION" userId="b7ba5e4f88c7f917" providerId="LiveId" clId="{D6A4495E-270E-5780-AA0A-2870881BF0F4}" dt="2026-02-21T15:46:28.980" v="6453" actId="1076"/>
          <ac:picMkLst>
            <pc:docMk/>
            <pc:sldMk cId="1422721441" sldId="403"/>
            <ac:picMk id="9" creationId="{8E8B96E2-766C-EA94-F576-68BEDA91E959}"/>
          </ac:picMkLst>
        </pc:picChg>
        <pc:picChg chg="add mod">
          <ac:chgData name="Bertrand FILLION" userId="b7ba5e4f88c7f917" providerId="LiveId" clId="{D6A4495E-270E-5780-AA0A-2870881BF0F4}" dt="2026-02-21T15:46:25.413" v="6452" actId="1076"/>
          <ac:picMkLst>
            <pc:docMk/>
            <pc:sldMk cId="1422721441" sldId="403"/>
            <ac:picMk id="10" creationId="{0F99E115-B5CC-F037-0BAF-F834FE7AD185}"/>
          </ac:picMkLst>
        </pc:picChg>
      </pc:sldChg>
      <pc:sldChg chg="addSp delSp modSp add mod">
        <pc:chgData name="Bertrand FILLION" userId="b7ba5e4f88c7f917" providerId="LiveId" clId="{D6A4495E-270E-5780-AA0A-2870881BF0F4}" dt="2026-02-20T18:22:42.228" v="5782" actId="403"/>
        <pc:sldMkLst>
          <pc:docMk/>
          <pc:sldMk cId="1820049779" sldId="404"/>
        </pc:sldMkLst>
        <pc:spChg chg="mod">
          <ac:chgData name="Bertrand FILLION" userId="b7ba5e4f88c7f917" providerId="LiveId" clId="{D6A4495E-270E-5780-AA0A-2870881BF0F4}" dt="2026-02-20T18:22:42.228" v="5782" actId="403"/>
          <ac:spMkLst>
            <pc:docMk/>
            <pc:sldMk cId="1820049779" sldId="404"/>
            <ac:spMk id="3" creationId="{20E6BD55-0CB4-6477-C287-A7E5F8493036}"/>
          </ac:spMkLst>
        </pc:spChg>
        <pc:picChg chg="add mod">
          <ac:chgData name="Bertrand FILLION" userId="b7ba5e4f88c7f917" providerId="LiveId" clId="{D6A4495E-270E-5780-AA0A-2870881BF0F4}" dt="2026-02-20T18:21:07.991" v="5768" actId="1076"/>
          <ac:picMkLst>
            <pc:docMk/>
            <pc:sldMk cId="1820049779" sldId="404"/>
            <ac:picMk id="5" creationId="{4C377E79-457F-BA46-46AC-080BD9BA58EA}"/>
          </ac:picMkLst>
        </pc:picChg>
        <pc:picChg chg="del mod">
          <ac:chgData name="Bertrand FILLION" userId="b7ba5e4f88c7f917" providerId="LiveId" clId="{D6A4495E-270E-5780-AA0A-2870881BF0F4}" dt="2026-02-20T16:34:24.607" v="5080" actId="478"/>
          <ac:picMkLst>
            <pc:docMk/>
            <pc:sldMk cId="1820049779" sldId="404"/>
            <ac:picMk id="6" creationId="{805AB954-624C-1931-CDEB-072DCD8E20BB}"/>
          </ac:picMkLst>
        </pc:picChg>
        <pc:picChg chg="add del mod">
          <ac:chgData name="Bertrand FILLION" userId="b7ba5e4f88c7f917" providerId="LiveId" clId="{D6A4495E-270E-5780-AA0A-2870881BF0F4}" dt="2026-02-20T16:34:24.065" v="5079" actId="478"/>
          <ac:picMkLst>
            <pc:docMk/>
            <pc:sldMk cId="1820049779" sldId="404"/>
            <ac:picMk id="7" creationId="{5AC2A5E8-6D59-999A-757D-699469E93790}"/>
          </ac:picMkLst>
        </pc:picChg>
        <pc:picChg chg="add mod">
          <ac:chgData name="Bertrand FILLION" userId="b7ba5e4f88c7f917" providerId="LiveId" clId="{D6A4495E-270E-5780-AA0A-2870881BF0F4}" dt="2026-02-20T18:21:07.991" v="5768" actId="1076"/>
          <ac:picMkLst>
            <pc:docMk/>
            <pc:sldMk cId="1820049779" sldId="404"/>
            <ac:picMk id="8" creationId="{FA166693-CDCC-84CB-EED6-B122188403E0}"/>
          </ac:picMkLst>
        </pc:picChg>
      </pc:sldChg>
      <pc:sldChg chg="addSp delSp modSp add mod">
        <pc:chgData name="Bertrand FILLION" userId="b7ba5e4f88c7f917" providerId="LiveId" clId="{D6A4495E-270E-5780-AA0A-2870881BF0F4}" dt="2026-02-14T14:31:51.968" v="4320"/>
        <pc:sldMkLst>
          <pc:docMk/>
          <pc:sldMk cId="1440274028" sldId="405"/>
        </pc:sldMkLst>
        <pc:spChg chg="mod">
          <ac:chgData name="Bertrand FILLION" userId="b7ba5e4f88c7f917" providerId="LiveId" clId="{D6A4495E-270E-5780-AA0A-2870881BF0F4}" dt="2026-02-14T14:31:51.968" v="4320"/>
          <ac:spMkLst>
            <pc:docMk/>
            <pc:sldMk cId="1440274028" sldId="405"/>
            <ac:spMk id="2" creationId="{2C39DA63-E1BD-312C-540F-3BD5473D24C9}"/>
          </ac:spMkLst>
        </pc:spChg>
        <pc:spChg chg="mod">
          <ac:chgData name="Bertrand FILLION" userId="b7ba5e4f88c7f917" providerId="LiveId" clId="{D6A4495E-270E-5780-AA0A-2870881BF0F4}" dt="2026-02-14T14:26:42.011" v="4208" actId="1035"/>
          <ac:spMkLst>
            <pc:docMk/>
            <pc:sldMk cId="1440274028" sldId="405"/>
            <ac:spMk id="3" creationId="{FBF0B374-4D4B-11D5-4F25-4D7C6C445DA9}"/>
          </ac:spMkLst>
        </pc:spChg>
        <pc:spChg chg="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10" creationId="{A9D339D0-E557-DC81-DBE2-5B1A8FE6241A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3" creationId="{E946AFE1-FFC7-0251-8815-B9417CCEC12A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4" creationId="{88B8D8B2-6374-6F86-6098-30D83F13DF7C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5" creationId="{9980385F-B82A-C799-21FA-08EF8200EF3D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6" creationId="{1F081C9D-642C-683E-F0A6-4F3F2220404C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7" creationId="{B8922AD4-FE5A-B4E9-7D2B-717F5CFE18CC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2" creationId="{0DBE232D-9CEC-BBB9-1D09-7CDCCCBBAA8F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3" creationId="{22F0D984-E10D-15CF-A802-FDEC9B4FE705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4" creationId="{8DBA0E0B-52E2-83E1-0CFA-9D1641778105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5" creationId="{D041F516-5360-F2A7-81B3-C5D12447BE1F}"/>
          </ac:spMkLst>
        </pc:spChg>
        <pc:spChg chg="add mod">
          <ac:chgData name="Bertrand FILLION" userId="b7ba5e4f88c7f917" providerId="LiveId" clId="{D6A4495E-270E-5780-AA0A-2870881BF0F4}" dt="2026-02-14T14:24:45.456" v="4144" actId="1076"/>
          <ac:spMkLst>
            <pc:docMk/>
            <pc:sldMk cId="1440274028" sldId="405"/>
            <ac:spMk id="76" creationId="{EC79E458-D181-F0E0-E5B0-16235A338F63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77" creationId="{9A9AB344-E76F-2707-C46F-C2AC10C36AFE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78" creationId="{ECFD29DA-B828-98E2-FB09-44526FED924A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79" creationId="{89759740-B5F9-3144-F942-990EB3BAD668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80" creationId="{795DF4DB-76EE-4D2E-FF1C-0F1DC59BB665}"/>
          </ac:spMkLst>
        </pc:spChg>
        <pc:spChg chg="add mod">
          <ac:chgData name="Bertrand FILLION" userId="b7ba5e4f88c7f917" providerId="LiveId" clId="{D6A4495E-270E-5780-AA0A-2870881BF0F4}" dt="2026-02-14T14:30:35.634" v="4306" actId="1076"/>
          <ac:spMkLst>
            <pc:docMk/>
            <pc:sldMk cId="1440274028" sldId="405"/>
            <ac:spMk id="81" creationId="{9DC6C16E-12FA-8B1D-457B-F5869F26E4C3}"/>
          </ac:spMkLst>
        </pc:spChg>
        <pc:spChg chg="add mod">
          <ac:chgData name="Bertrand FILLION" userId="b7ba5e4f88c7f917" providerId="LiveId" clId="{D6A4495E-270E-5780-AA0A-2870881BF0F4}" dt="2026-02-14T14:30:35.634" v="4306" actId="1076"/>
          <ac:spMkLst>
            <pc:docMk/>
            <pc:sldMk cId="1440274028" sldId="405"/>
            <ac:spMk id="99" creationId="{67E95D35-3852-085F-B233-0DE0479F931B}"/>
          </ac:spMkLst>
        </pc:spChg>
        <pc:grpChg chg="add mod">
          <ac:chgData name="Bertrand FILLION" userId="b7ba5e4f88c7f917" providerId="LiveId" clId="{D6A4495E-270E-5780-AA0A-2870881BF0F4}" dt="2026-02-14T14:23:27.030" v="4129" actId="1076"/>
          <ac:grpSpMkLst>
            <pc:docMk/>
            <pc:sldMk cId="1440274028" sldId="405"/>
            <ac:grpSpMk id="60" creationId="{2E570330-2917-4F50-11C9-70D123663611}"/>
          </ac:grpSpMkLst>
        </pc:grp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5" creationId="{48DB24EE-E69A-99E6-3242-03DBCE2D66C1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6" creationId="{9545B3EA-6634-24C7-0DF4-0363DA19A086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7" creationId="{661B3E2C-64E9-2434-25E2-08389568A58E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8" creationId="{7188878C-DB5D-C526-3AD9-BB133FF1A9B5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9" creationId="{E2887C96-796F-404F-0A07-A0FFB2EE3D2D}"/>
          </ac:graphicFrameMkLst>
        </pc:graphicFrame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37" creationId="{8C8225E3-EE1C-AB2E-762A-7FB24F62383B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38" creationId="{2791EBB2-7B9C-6142-CA81-BB7B948E6772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41" creationId="{EF115B8D-7206-3154-7ABB-5001308F6275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43" creationId="{E8A03117-641F-EFA5-4AD9-B1AD3AF0635F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47" creationId="{4016BE44-37BA-E46E-D494-6E2A92E98621}"/>
          </ac:cxnSpMkLst>
        </pc:cxnChg>
        <pc:cxnChg chg="add mod">
          <ac:chgData name="Bertrand FILLION" userId="b7ba5e4f88c7f917" providerId="LiveId" clId="{D6A4495E-270E-5780-AA0A-2870881BF0F4}" dt="2026-02-14T14:25:47.649" v="4169" actId="14100"/>
          <ac:cxnSpMkLst>
            <pc:docMk/>
            <pc:sldMk cId="1440274028" sldId="405"/>
            <ac:cxnSpMk id="82" creationId="{FDCC40FA-E072-CF12-A8B6-5D7CC72AD7DD}"/>
          </ac:cxnSpMkLst>
        </pc:cxnChg>
        <pc:cxnChg chg="add mod">
          <ac:chgData name="Bertrand FILLION" userId="b7ba5e4f88c7f917" providerId="LiveId" clId="{D6A4495E-270E-5780-AA0A-2870881BF0F4}" dt="2026-02-14T14:25:56.140" v="4172" actId="14100"/>
          <ac:cxnSpMkLst>
            <pc:docMk/>
            <pc:sldMk cId="1440274028" sldId="405"/>
            <ac:cxnSpMk id="85" creationId="{BC326392-673C-5C65-91E8-74844AA5D145}"/>
          </ac:cxnSpMkLst>
        </pc:cxnChg>
        <pc:cxnChg chg="add mod">
          <ac:chgData name="Bertrand FILLION" userId="b7ba5e4f88c7f917" providerId="LiveId" clId="{D6A4495E-270E-5780-AA0A-2870881BF0F4}" dt="2026-02-14T14:26:01.641" v="4175" actId="14100"/>
          <ac:cxnSpMkLst>
            <pc:docMk/>
            <pc:sldMk cId="1440274028" sldId="405"/>
            <ac:cxnSpMk id="88" creationId="{D40541D0-D005-EE93-1BB5-45C140E85DEA}"/>
          </ac:cxnSpMkLst>
        </pc:cxnChg>
        <pc:cxnChg chg="add mod">
          <ac:chgData name="Bertrand FILLION" userId="b7ba5e4f88c7f917" providerId="LiveId" clId="{D6A4495E-270E-5780-AA0A-2870881BF0F4}" dt="2026-02-14T14:26:05.465" v="4177" actId="14100"/>
          <ac:cxnSpMkLst>
            <pc:docMk/>
            <pc:sldMk cId="1440274028" sldId="405"/>
            <ac:cxnSpMk id="91" creationId="{970D47B5-BAAE-9920-6685-4674D616AA7F}"/>
          </ac:cxnSpMkLst>
        </pc:cxnChg>
        <pc:cxnChg chg="add mod">
          <ac:chgData name="Bertrand FILLION" userId="b7ba5e4f88c7f917" providerId="LiveId" clId="{D6A4495E-270E-5780-AA0A-2870881BF0F4}" dt="2026-02-14T14:26:15.682" v="4181" actId="14100"/>
          <ac:cxnSpMkLst>
            <pc:docMk/>
            <pc:sldMk cId="1440274028" sldId="405"/>
            <ac:cxnSpMk id="93" creationId="{E0DD755D-1DBC-9B74-4108-8AB4C586A216}"/>
          </ac:cxnSpMkLst>
        </pc:cxnChg>
        <pc:cxnChg chg="add mod">
          <ac:chgData name="Bertrand FILLION" userId="b7ba5e4f88c7f917" providerId="LiveId" clId="{D6A4495E-270E-5780-AA0A-2870881BF0F4}" dt="2026-02-14T14:30:35.634" v="4306" actId="1076"/>
          <ac:cxnSpMkLst>
            <pc:docMk/>
            <pc:sldMk cId="1440274028" sldId="405"/>
            <ac:cxnSpMk id="96" creationId="{6BC035B9-9763-BF8F-EE17-3A75EA3AB4CE}"/>
          </ac:cxnSpMkLst>
        </pc:cxnChg>
      </pc:sldChg>
      <pc:sldChg chg="addSp delSp modSp new mod">
        <pc:chgData name="Bertrand FILLION" userId="b7ba5e4f88c7f917" providerId="LiveId" clId="{D6A4495E-270E-5780-AA0A-2870881BF0F4}" dt="2026-02-21T15:47:00.287" v="6463" actId="1076"/>
        <pc:sldMkLst>
          <pc:docMk/>
          <pc:sldMk cId="2967130202" sldId="406"/>
        </pc:sldMkLst>
        <pc:spChg chg="mod">
          <ac:chgData name="Bertrand FILLION" userId="b7ba5e4f88c7f917" providerId="LiveId" clId="{D6A4495E-270E-5780-AA0A-2870881BF0F4}" dt="2026-02-20T16:03:23.453" v="4651"/>
          <ac:spMkLst>
            <pc:docMk/>
            <pc:sldMk cId="2967130202" sldId="406"/>
            <ac:spMk id="2" creationId="{03DC2475-F2A6-EAD0-3178-3A6E068A68B5}"/>
          </ac:spMkLst>
        </pc:spChg>
        <pc:spChg chg="mod">
          <ac:chgData name="Bertrand FILLION" userId="b7ba5e4f88c7f917" providerId="LiveId" clId="{D6A4495E-270E-5780-AA0A-2870881BF0F4}" dt="2026-02-20T16:07:32.185" v="4736" actId="20577"/>
          <ac:spMkLst>
            <pc:docMk/>
            <pc:sldMk cId="2967130202" sldId="406"/>
            <ac:spMk id="3" creationId="{E05A01DD-A634-12D1-FD71-03CD37BEF839}"/>
          </ac:spMkLst>
        </pc:spChg>
        <pc:spChg chg="add mod">
          <ac:chgData name="Bertrand FILLION" userId="b7ba5e4f88c7f917" providerId="LiveId" clId="{D6A4495E-270E-5780-AA0A-2870881BF0F4}" dt="2026-02-20T16:07:52.970" v="4747" actId="6549"/>
          <ac:spMkLst>
            <pc:docMk/>
            <pc:sldMk cId="2967130202" sldId="406"/>
            <ac:spMk id="8" creationId="{422FC80F-9D4B-0443-58FD-81DB559E5233}"/>
          </ac:spMkLst>
        </pc:spChg>
        <pc:picChg chg="add mod">
          <ac:chgData name="Bertrand FILLION" userId="b7ba5e4f88c7f917" providerId="LiveId" clId="{D6A4495E-270E-5780-AA0A-2870881BF0F4}" dt="2026-02-21T15:46:47.161" v="6458" actId="1076"/>
          <ac:picMkLst>
            <pc:docMk/>
            <pc:sldMk cId="2967130202" sldId="406"/>
            <ac:picMk id="5" creationId="{22610010-493E-820B-65A6-EC93A4E06170}"/>
          </ac:picMkLst>
        </pc:picChg>
        <pc:picChg chg="add del mod">
          <ac:chgData name="Bertrand FILLION" userId="b7ba5e4f88c7f917" providerId="LiveId" clId="{D6A4495E-270E-5780-AA0A-2870881BF0F4}" dt="2026-02-20T16:04:59.400" v="4671" actId="478"/>
          <ac:picMkLst>
            <pc:docMk/>
            <pc:sldMk cId="2967130202" sldId="406"/>
            <ac:picMk id="5" creationId="{619AA241-8AD6-898E-50D3-519BB040751F}"/>
          </ac:picMkLst>
        </pc:picChg>
        <pc:picChg chg="add del mod">
          <ac:chgData name="Bertrand FILLION" userId="b7ba5e4f88c7f917" providerId="LiveId" clId="{D6A4495E-270E-5780-AA0A-2870881BF0F4}" dt="2026-02-21T15:46:37.024" v="6454" actId="478"/>
          <ac:picMkLst>
            <pc:docMk/>
            <pc:sldMk cId="2967130202" sldId="406"/>
            <ac:picMk id="6" creationId="{05206845-7D22-F996-6775-FDDED01F5B31}"/>
          </ac:picMkLst>
        </pc:picChg>
        <pc:picChg chg="add del mod">
          <ac:chgData name="Bertrand FILLION" userId="b7ba5e4f88c7f917" providerId="LiveId" clId="{D6A4495E-270E-5780-AA0A-2870881BF0F4}" dt="2026-02-21T15:46:37.373" v="6455" actId="478"/>
          <ac:picMkLst>
            <pc:docMk/>
            <pc:sldMk cId="2967130202" sldId="406"/>
            <ac:picMk id="7" creationId="{AAC82237-E600-19C6-264D-5132CDCF2712}"/>
          </ac:picMkLst>
        </pc:picChg>
        <pc:picChg chg="add mod">
          <ac:chgData name="Bertrand FILLION" userId="b7ba5e4f88c7f917" providerId="LiveId" clId="{D6A4495E-270E-5780-AA0A-2870881BF0F4}" dt="2026-02-21T15:47:00.287" v="6463" actId="1076"/>
          <ac:picMkLst>
            <pc:docMk/>
            <pc:sldMk cId="2967130202" sldId="406"/>
            <ac:picMk id="9" creationId="{7581E281-5E59-D8BC-D5F9-FB9569A37A51}"/>
          </ac:picMkLst>
        </pc:picChg>
      </pc:sldChg>
      <pc:sldChg chg="addSp delSp modSp new mod ord">
        <pc:chgData name="Bertrand FILLION" userId="b7ba5e4f88c7f917" providerId="LiveId" clId="{D6A4495E-270E-5780-AA0A-2870881BF0F4}" dt="2026-02-20T21:55:37.136" v="6404" actId="20577"/>
        <pc:sldMkLst>
          <pc:docMk/>
          <pc:sldMk cId="2846714184" sldId="407"/>
        </pc:sldMkLst>
        <pc:spChg chg="mod">
          <ac:chgData name="Bertrand FILLION" userId="b7ba5e4f88c7f917" providerId="LiveId" clId="{D6A4495E-270E-5780-AA0A-2870881BF0F4}" dt="2026-02-20T16:26:48.620" v="5016"/>
          <ac:spMkLst>
            <pc:docMk/>
            <pc:sldMk cId="2846714184" sldId="407"/>
            <ac:spMk id="2" creationId="{9B3C1902-8FAA-F22E-0785-948BD3B069BB}"/>
          </ac:spMkLst>
        </pc:spChg>
        <pc:spChg chg="mod">
          <ac:chgData name="Bertrand FILLION" userId="b7ba5e4f88c7f917" providerId="LiveId" clId="{D6A4495E-270E-5780-AA0A-2870881BF0F4}" dt="2026-02-20T16:25:00.718" v="4966" actId="20577"/>
          <ac:spMkLst>
            <pc:docMk/>
            <pc:sldMk cId="2846714184" sldId="407"/>
            <ac:spMk id="3" creationId="{99DC0E4B-4533-A1CD-4789-6EF10FD971A2}"/>
          </ac:spMkLst>
        </pc:spChg>
        <pc:spChg chg="add del mod">
          <ac:chgData name="Bertrand FILLION" userId="b7ba5e4f88c7f917" providerId="LiveId" clId="{D6A4495E-270E-5780-AA0A-2870881BF0F4}" dt="2026-02-20T16:15:18.995" v="4785" actId="478"/>
          <ac:spMkLst>
            <pc:docMk/>
            <pc:sldMk cId="2846714184" sldId="407"/>
            <ac:spMk id="5" creationId="{CD2818A8-7ABE-C70A-BAF1-EF6982D21588}"/>
          </ac:spMkLst>
        </pc:spChg>
        <pc:spChg chg="add del mod">
          <ac:chgData name="Bertrand FILLION" userId="b7ba5e4f88c7f917" providerId="LiveId" clId="{D6A4495E-270E-5780-AA0A-2870881BF0F4}" dt="2026-02-20T16:14:20.630" v="4778" actId="478"/>
          <ac:spMkLst>
            <pc:docMk/>
            <pc:sldMk cId="2846714184" sldId="407"/>
            <ac:spMk id="6" creationId="{B04853B1-F583-B25C-994B-120EC19DBE82}"/>
          </ac:spMkLst>
        </pc:spChg>
        <pc:spChg chg="add del mod">
          <ac:chgData name="Bertrand FILLION" userId="b7ba5e4f88c7f917" providerId="LiveId" clId="{D6A4495E-270E-5780-AA0A-2870881BF0F4}" dt="2026-02-20T16:15:19.685" v="4786" actId="478"/>
          <ac:spMkLst>
            <pc:docMk/>
            <pc:sldMk cId="2846714184" sldId="407"/>
            <ac:spMk id="9" creationId="{D6F5BAA1-A975-ECB2-5923-3F42F91B27F5}"/>
          </ac:spMkLst>
        </pc:spChg>
        <pc:spChg chg="add mod">
          <ac:chgData name="Bertrand FILLION" userId="b7ba5e4f88c7f917" providerId="LiveId" clId="{D6A4495E-270E-5780-AA0A-2870881BF0F4}" dt="2026-02-20T16:24:30.255" v="4955" actId="1076"/>
          <ac:spMkLst>
            <pc:docMk/>
            <pc:sldMk cId="2846714184" sldId="407"/>
            <ac:spMk id="10" creationId="{640849C2-E231-E5D6-B978-5FB8572EF548}"/>
          </ac:spMkLst>
        </pc:spChg>
        <pc:spChg chg="add mod">
          <ac:chgData name="Bertrand FILLION" userId="b7ba5e4f88c7f917" providerId="LiveId" clId="{D6A4495E-270E-5780-AA0A-2870881BF0F4}" dt="2026-02-20T21:54:06.410" v="6366" actId="20577"/>
          <ac:spMkLst>
            <pc:docMk/>
            <pc:sldMk cId="2846714184" sldId="407"/>
            <ac:spMk id="11" creationId="{52F328FE-9437-8E30-2E4A-534BF13A844E}"/>
          </ac:spMkLst>
        </pc:spChg>
        <pc:spChg chg="add mod">
          <ac:chgData name="Bertrand FILLION" userId="b7ba5e4f88c7f917" providerId="LiveId" clId="{D6A4495E-270E-5780-AA0A-2870881BF0F4}" dt="2026-02-20T16:24:41.455" v="4956" actId="1076"/>
          <ac:spMkLst>
            <pc:docMk/>
            <pc:sldMk cId="2846714184" sldId="407"/>
            <ac:spMk id="12" creationId="{1CA75426-FE3F-3499-246E-0962C0EA0FB8}"/>
          </ac:spMkLst>
        </pc:spChg>
        <pc:spChg chg="add del mod">
          <ac:chgData name="Bertrand FILLION" userId="b7ba5e4f88c7f917" providerId="LiveId" clId="{D6A4495E-270E-5780-AA0A-2870881BF0F4}" dt="2026-02-20T16:20:57.088" v="4910" actId="478"/>
          <ac:spMkLst>
            <pc:docMk/>
            <pc:sldMk cId="2846714184" sldId="407"/>
            <ac:spMk id="14" creationId="{3CADEE97-9080-66A4-B845-ED69D5C46A6A}"/>
          </ac:spMkLst>
        </pc:spChg>
        <pc:spChg chg="add mod">
          <ac:chgData name="Bertrand FILLION" userId="b7ba5e4f88c7f917" providerId="LiveId" clId="{D6A4495E-270E-5780-AA0A-2870881BF0F4}" dt="2026-02-20T18:24:12.824" v="5825" actId="20577"/>
          <ac:spMkLst>
            <pc:docMk/>
            <pc:sldMk cId="2846714184" sldId="407"/>
            <ac:spMk id="15" creationId="{E7BB2306-2338-984B-5DD6-40D54546A5CE}"/>
          </ac:spMkLst>
        </pc:spChg>
        <pc:spChg chg="add mod">
          <ac:chgData name="Bertrand FILLION" userId="b7ba5e4f88c7f917" providerId="LiveId" clId="{D6A4495E-270E-5780-AA0A-2870881BF0F4}" dt="2026-02-20T16:24:17.173" v="4954" actId="1076"/>
          <ac:spMkLst>
            <pc:docMk/>
            <pc:sldMk cId="2846714184" sldId="407"/>
            <ac:spMk id="16" creationId="{221E92DF-7FB5-EF24-A494-69D9E48A03CF}"/>
          </ac:spMkLst>
        </pc:spChg>
        <pc:spChg chg="add mod">
          <ac:chgData name="Bertrand FILLION" userId="b7ba5e4f88c7f917" providerId="LiveId" clId="{D6A4495E-270E-5780-AA0A-2870881BF0F4}" dt="2026-02-20T16:24:17.173" v="4954" actId="1076"/>
          <ac:spMkLst>
            <pc:docMk/>
            <pc:sldMk cId="2846714184" sldId="407"/>
            <ac:spMk id="17" creationId="{448ED8FD-FDC2-F795-6387-1E8D64C35881}"/>
          </ac:spMkLst>
        </pc:spChg>
        <pc:spChg chg="add mod">
          <ac:chgData name="Bertrand FILLION" userId="b7ba5e4f88c7f917" providerId="LiveId" clId="{D6A4495E-270E-5780-AA0A-2870881BF0F4}" dt="2026-02-20T21:55:37.136" v="6404" actId="20577"/>
          <ac:spMkLst>
            <pc:docMk/>
            <pc:sldMk cId="2846714184" sldId="407"/>
            <ac:spMk id="18" creationId="{447AA01A-ADCB-BA63-08B7-E7AE24E46D2A}"/>
          </ac:spMkLst>
        </pc:spChg>
        <pc:spChg chg="add mod">
          <ac:chgData name="Bertrand FILLION" userId="b7ba5e4f88c7f917" providerId="LiveId" clId="{D6A4495E-270E-5780-AA0A-2870881BF0F4}" dt="2026-02-20T21:55:18.111" v="6390" actId="1076"/>
          <ac:spMkLst>
            <pc:docMk/>
            <pc:sldMk cId="2846714184" sldId="407"/>
            <ac:spMk id="19" creationId="{7BF3B8F1-6D6C-4C90-08AE-55348EA19F80}"/>
          </ac:spMkLst>
        </pc:spChg>
        <pc:picChg chg="add mod">
          <ac:chgData name="Bertrand FILLION" userId="b7ba5e4f88c7f917" providerId="LiveId" clId="{D6A4495E-270E-5780-AA0A-2870881BF0F4}" dt="2026-02-20T16:24:50.350" v="4957" actId="1076"/>
          <ac:picMkLst>
            <pc:docMk/>
            <pc:sldMk cId="2846714184" sldId="407"/>
            <ac:picMk id="8" creationId="{C1E1BFF3-E60C-743B-9734-95CA2AE5B973}"/>
          </ac:picMkLst>
        </pc:picChg>
        <pc:picChg chg="add mod">
          <ac:chgData name="Bertrand FILLION" userId="b7ba5e4f88c7f917" providerId="LiveId" clId="{D6A4495E-270E-5780-AA0A-2870881BF0F4}" dt="2026-02-20T16:24:41.455" v="4956" actId="1076"/>
          <ac:picMkLst>
            <pc:docMk/>
            <pc:sldMk cId="2846714184" sldId="407"/>
            <ac:picMk id="13" creationId="{5D1DF8B4-900F-9663-8370-5774661634A4}"/>
          </ac:picMkLst>
        </pc:picChg>
        <pc:picChg chg="add del mod">
          <ac:chgData name="Bertrand FILLION" userId="b7ba5e4f88c7f917" providerId="LiveId" clId="{D6A4495E-270E-5780-AA0A-2870881BF0F4}" dt="2026-02-20T16:20:58.241" v="4911" actId="478"/>
          <ac:picMkLst>
            <pc:docMk/>
            <pc:sldMk cId="2846714184" sldId="407"/>
            <ac:picMk id="1026" creationId="{C9D8D603-6043-1021-FDCF-26AD4D70E8A1}"/>
          </ac:picMkLst>
        </pc:picChg>
        <pc:picChg chg="add del mod">
          <ac:chgData name="Bertrand FILLION" userId="b7ba5e4f88c7f917" providerId="LiveId" clId="{D6A4495E-270E-5780-AA0A-2870881BF0F4}" dt="2026-02-20T16:19:04.397" v="4883" actId="478"/>
          <ac:picMkLst>
            <pc:docMk/>
            <pc:sldMk cId="2846714184" sldId="407"/>
            <ac:picMk id="1028" creationId="{3D10B8B0-DFD1-6E2C-F4B6-975FE6135D79}"/>
          </ac:picMkLst>
        </pc:picChg>
        <pc:picChg chg="add mod">
          <ac:chgData name="Bertrand FILLION" userId="b7ba5e4f88c7f917" providerId="LiveId" clId="{D6A4495E-270E-5780-AA0A-2870881BF0F4}" dt="2026-02-20T16:24:30.255" v="4955" actId="1076"/>
          <ac:picMkLst>
            <pc:docMk/>
            <pc:sldMk cId="2846714184" sldId="407"/>
            <ac:picMk id="1030" creationId="{B60CF35B-078D-548C-4093-DF5362729CB2}"/>
          </ac:picMkLst>
        </pc:picChg>
      </pc:sldChg>
      <pc:sldChg chg="addSp modSp new mod">
        <pc:chgData name="Bertrand FILLION" userId="b7ba5e4f88c7f917" providerId="LiveId" clId="{D6A4495E-270E-5780-AA0A-2870881BF0F4}" dt="2026-02-20T18:17:20.740" v="5570" actId="14100"/>
        <pc:sldMkLst>
          <pc:docMk/>
          <pc:sldMk cId="1693128053" sldId="408"/>
        </pc:sldMkLst>
        <pc:spChg chg="mod">
          <ac:chgData name="Bertrand FILLION" userId="b7ba5e4f88c7f917" providerId="LiveId" clId="{D6A4495E-270E-5780-AA0A-2870881BF0F4}" dt="2026-02-20T16:27:33.857" v="5038"/>
          <ac:spMkLst>
            <pc:docMk/>
            <pc:sldMk cId="1693128053" sldId="408"/>
            <ac:spMk id="2" creationId="{87757678-8AE3-5455-DCAA-DB7BC8E0817A}"/>
          </ac:spMkLst>
        </pc:spChg>
        <pc:spChg chg="mod">
          <ac:chgData name="Bertrand FILLION" userId="b7ba5e4f88c7f917" providerId="LiveId" clId="{D6A4495E-270E-5780-AA0A-2870881BF0F4}" dt="2026-02-20T18:17:20.740" v="5570" actId="14100"/>
          <ac:spMkLst>
            <pc:docMk/>
            <pc:sldMk cId="1693128053" sldId="408"/>
            <ac:spMk id="3" creationId="{C487C3AF-58B8-4BB0-3B1C-3207E4554B24}"/>
          </ac:spMkLst>
        </pc:spChg>
        <pc:picChg chg="add mod">
          <ac:chgData name="Bertrand FILLION" userId="b7ba5e4f88c7f917" providerId="LiveId" clId="{D6A4495E-270E-5780-AA0A-2870881BF0F4}" dt="2026-02-20T18:16:51.973" v="5558" actId="1076"/>
          <ac:picMkLst>
            <pc:docMk/>
            <pc:sldMk cId="1693128053" sldId="408"/>
            <ac:picMk id="5" creationId="{AC9DF32B-CE30-594B-F14E-5B91FE3D1717}"/>
          </ac:picMkLst>
        </pc:picChg>
      </pc:sldChg>
      <pc:sldChg chg="addSp modSp new mod">
        <pc:chgData name="Bertrand FILLION" userId="b7ba5e4f88c7f917" providerId="LiveId" clId="{D6A4495E-270E-5780-AA0A-2870881BF0F4}" dt="2026-02-20T18:12:57.929" v="5333" actId="20577"/>
        <pc:sldMkLst>
          <pc:docMk/>
          <pc:sldMk cId="3847175811" sldId="409"/>
        </pc:sldMkLst>
        <pc:spChg chg="mod">
          <ac:chgData name="Bertrand FILLION" userId="b7ba5e4f88c7f917" providerId="LiveId" clId="{D6A4495E-270E-5780-AA0A-2870881BF0F4}" dt="2026-02-20T16:30:30.309" v="5068"/>
          <ac:spMkLst>
            <pc:docMk/>
            <pc:sldMk cId="3847175811" sldId="409"/>
            <ac:spMk id="2" creationId="{F0C1E8D8-4DC0-BCB4-71A4-35237F459915}"/>
          </ac:spMkLst>
        </pc:spChg>
        <pc:spChg chg="mod">
          <ac:chgData name="Bertrand FILLION" userId="b7ba5e4f88c7f917" providerId="LiveId" clId="{D6A4495E-270E-5780-AA0A-2870881BF0F4}" dt="2026-02-20T18:12:57.929" v="5333" actId="20577"/>
          <ac:spMkLst>
            <pc:docMk/>
            <pc:sldMk cId="3847175811" sldId="409"/>
            <ac:spMk id="3" creationId="{7204B951-400A-21FA-01E5-D3BD796240ED}"/>
          </ac:spMkLst>
        </pc:spChg>
        <pc:picChg chg="add mod">
          <ac:chgData name="Bertrand FILLION" userId="b7ba5e4f88c7f917" providerId="LiveId" clId="{D6A4495E-270E-5780-AA0A-2870881BF0F4}" dt="2026-02-20T16:30:49.021" v="5073" actId="1076"/>
          <ac:picMkLst>
            <pc:docMk/>
            <pc:sldMk cId="3847175811" sldId="409"/>
            <ac:picMk id="5" creationId="{3B22E2CE-D52C-596A-DF31-427594B43585}"/>
          </ac:picMkLst>
        </pc:picChg>
      </pc:sldChg>
      <pc:sldChg chg="modSp new mod">
        <pc:chgData name="Bertrand FILLION" userId="b7ba5e4f88c7f917" providerId="LiveId" clId="{D6A4495E-270E-5780-AA0A-2870881BF0F4}" dt="2026-02-20T17:06:01.792" v="5274" actId="2710"/>
        <pc:sldMkLst>
          <pc:docMk/>
          <pc:sldMk cId="2436118398" sldId="410"/>
        </pc:sldMkLst>
        <pc:spChg chg="mod">
          <ac:chgData name="Bertrand FILLION" userId="b7ba5e4f88c7f917" providerId="LiveId" clId="{D6A4495E-270E-5780-AA0A-2870881BF0F4}" dt="2026-02-20T16:36:43.957" v="5115"/>
          <ac:spMkLst>
            <pc:docMk/>
            <pc:sldMk cId="2436118398" sldId="410"/>
            <ac:spMk id="2" creationId="{D5A16D4C-5024-04F8-8ADD-21C84BBAA8FD}"/>
          </ac:spMkLst>
        </pc:spChg>
        <pc:spChg chg="mod">
          <ac:chgData name="Bertrand FILLION" userId="b7ba5e4f88c7f917" providerId="LiveId" clId="{D6A4495E-270E-5780-AA0A-2870881BF0F4}" dt="2026-02-20T17:06:01.792" v="5274" actId="2710"/>
          <ac:spMkLst>
            <pc:docMk/>
            <pc:sldMk cId="2436118398" sldId="410"/>
            <ac:spMk id="3" creationId="{4C579588-2044-76D7-EAF5-8C733200A49B}"/>
          </ac:spMkLst>
        </pc:spChg>
      </pc:sldChg>
      <pc:sldChg chg="addSp modSp new mod">
        <pc:chgData name="Bertrand FILLION" userId="b7ba5e4f88c7f917" providerId="LiveId" clId="{D6A4495E-270E-5780-AA0A-2870881BF0F4}" dt="2026-02-20T21:46:21.401" v="6172"/>
        <pc:sldMkLst>
          <pc:docMk/>
          <pc:sldMk cId="1974977818" sldId="411"/>
        </pc:sldMkLst>
        <pc:spChg chg="mod">
          <ac:chgData name="Bertrand FILLION" userId="b7ba5e4f88c7f917" providerId="LiveId" clId="{D6A4495E-270E-5780-AA0A-2870881BF0F4}" dt="2026-02-20T21:46:21.401" v="6172"/>
          <ac:spMkLst>
            <pc:docMk/>
            <pc:sldMk cId="1974977818" sldId="411"/>
            <ac:spMk id="2" creationId="{DF6A1FCD-36FE-8DED-4BAD-3F0B014E9721}"/>
          </ac:spMkLst>
        </pc:spChg>
        <pc:spChg chg="mod">
          <ac:chgData name="Bertrand FILLION" userId="b7ba5e4f88c7f917" providerId="LiveId" clId="{D6A4495E-270E-5780-AA0A-2870881BF0F4}" dt="2026-02-20T21:45:32.850" v="6164" actId="14100"/>
          <ac:spMkLst>
            <pc:docMk/>
            <pc:sldMk cId="1974977818" sldId="411"/>
            <ac:spMk id="3" creationId="{1EC1737A-5D95-04FA-9BC8-39CDACBFB88D}"/>
          </ac:spMkLst>
        </pc:spChg>
        <pc:spChg chg="add mod">
          <ac:chgData name="Bertrand FILLION" userId="b7ba5e4f88c7f917" providerId="LiveId" clId="{D6A4495E-270E-5780-AA0A-2870881BF0F4}" dt="2026-02-20T21:45:56.016" v="6170" actId="1076"/>
          <ac:spMkLst>
            <pc:docMk/>
            <pc:sldMk cId="1974977818" sldId="411"/>
            <ac:spMk id="6" creationId="{384307AC-CA27-7DA1-245D-4AC58144D54B}"/>
          </ac:spMkLst>
        </pc:spChg>
        <pc:picChg chg="add mod">
          <ac:chgData name="Bertrand FILLION" userId="b7ba5e4f88c7f917" providerId="LiveId" clId="{D6A4495E-270E-5780-AA0A-2870881BF0F4}" dt="2026-02-20T21:45:34.557" v="6165" actId="1076"/>
          <ac:picMkLst>
            <pc:docMk/>
            <pc:sldMk cId="1974977818" sldId="411"/>
            <ac:picMk id="5" creationId="{42987B99-283B-1321-981C-D346B3749882}"/>
          </ac:picMkLst>
        </pc:picChg>
      </pc:sldChg>
      <pc:sldChg chg="addSp modSp new mod">
        <pc:chgData name="Bertrand FILLION" userId="b7ba5e4f88c7f917" providerId="LiveId" clId="{D6A4495E-270E-5780-AA0A-2870881BF0F4}" dt="2026-02-21T08:42:21.028" v="6421" actId="6549"/>
        <pc:sldMkLst>
          <pc:docMk/>
          <pc:sldMk cId="3122717855" sldId="412"/>
        </pc:sldMkLst>
        <pc:spChg chg="mod">
          <ac:chgData name="Bertrand FILLION" userId="b7ba5e4f88c7f917" providerId="LiveId" clId="{D6A4495E-270E-5780-AA0A-2870881BF0F4}" dt="2026-02-20T21:46:34.568" v="6194"/>
          <ac:spMkLst>
            <pc:docMk/>
            <pc:sldMk cId="3122717855" sldId="412"/>
            <ac:spMk id="2" creationId="{D6846D19-9115-481E-F787-B36582D2377F}"/>
          </ac:spMkLst>
        </pc:spChg>
        <pc:spChg chg="mod">
          <ac:chgData name="Bertrand FILLION" userId="b7ba5e4f88c7f917" providerId="LiveId" clId="{D6A4495E-270E-5780-AA0A-2870881BF0F4}" dt="2026-02-20T21:48:33.150" v="6213" actId="14100"/>
          <ac:spMkLst>
            <pc:docMk/>
            <pc:sldMk cId="3122717855" sldId="412"/>
            <ac:spMk id="3" creationId="{520D7639-9A31-703C-5710-77A127E36F91}"/>
          </ac:spMkLst>
        </pc:spChg>
        <pc:spChg chg="add mod">
          <ac:chgData name="Bertrand FILLION" userId="b7ba5e4f88c7f917" providerId="LiveId" clId="{D6A4495E-270E-5780-AA0A-2870881BF0F4}" dt="2026-02-21T08:42:21.028" v="6421" actId="6549"/>
          <ac:spMkLst>
            <pc:docMk/>
            <pc:sldMk cId="3122717855" sldId="412"/>
            <ac:spMk id="7" creationId="{2535757F-3661-6630-CDF5-1F4C5BA2077A}"/>
          </ac:spMkLst>
        </pc:spChg>
        <pc:spChg chg="add mod">
          <ac:chgData name="Bertrand FILLION" userId="b7ba5e4f88c7f917" providerId="LiveId" clId="{D6A4495E-270E-5780-AA0A-2870881BF0F4}" dt="2026-02-20T21:52:05.859" v="6327" actId="14100"/>
          <ac:spMkLst>
            <pc:docMk/>
            <pc:sldMk cId="3122717855" sldId="412"/>
            <ac:spMk id="8" creationId="{3511CA3F-0DC9-30ED-083F-8D3DBA06BAF7}"/>
          </ac:spMkLst>
        </pc:spChg>
        <pc:picChg chg="add mod">
          <ac:chgData name="Bertrand FILLION" userId="b7ba5e4f88c7f917" providerId="LiveId" clId="{D6A4495E-270E-5780-AA0A-2870881BF0F4}" dt="2026-02-21T08:41:58.481" v="6414" actId="1076"/>
          <ac:picMkLst>
            <pc:docMk/>
            <pc:sldMk cId="3122717855" sldId="412"/>
            <ac:picMk id="5" creationId="{40196E0A-DA0C-79B1-AB7B-B5464AD9ACBB}"/>
          </ac:picMkLst>
        </pc:picChg>
        <pc:picChg chg="add mod">
          <ac:chgData name="Bertrand FILLION" userId="b7ba5e4f88c7f917" providerId="LiveId" clId="{D6A4495E-270E-5780-AA0A-2870881BF0F4}" dt="2026-02-21T08:41:59.914" v="6415" actId="1076"/>
          <ac:picMkLst>
            <pc:docMk/>
            <pc:sldMk cId="3122717855" sldId="412"/>
            <ac:picMk id="6" creationId="{56B9FFB9-EE4F-60D2-336E-0E4F973FC65F}"/>
          </ac:picMkLst>
        </pc:picChg>
      </pc:sldChg>
      <pc:sldChg chg="addSp modSp new mod">
        <pc:chgData name="Bertrand FILLION" userId="b7ba5e4f88c7f917" providerId="LiveId" clId="{D6A4495E-270E-5780-AA0A-2870881BF0F4}" dt="2026-02-21T08:42:46.674" v="6430"/>
        <pc:sldMkLst>
          <pc:docMk/>
          <pc:sldMk cId="2843718137" sldId="413"/>
        </pc:sldMkLst>
        <pc:spChg chg="mod">
          <ac:chgData name="Bertrand FILLION" userId="b7ba5e4f88c7f917" providerId="LiveId" clId="{D6A4495E-270E-5780-AA0A-2870881BF0F4}" dt="2026-02-21T08:42:46.674" v="6430"/>
          <ac:spMkLst>
            <pc:docMk/>
            <pc:sldMk cId="2843718137" sldId="413"/>
            <ac:spMk id="2" creationId="{B25BB10C-0997-EF24-A563-37B0554849C8}"/>
          </ac:spMkLst>
        </pc:spChg>
        <pc:spChg chg="mod">
          <ac:chgData name="Bertrand FILLION" userId="b7ba5e4f88c7f917" providerId="LiveId" clId="{D6A4495E-270E-5780-AA0A-2870881BF0F4}" dt="2026-02-20T21:51:38.459" v="6323" actId="14100"/>
          <ac:spMkLst>
            <pc:docMk/>
            <pc:sldMk cId="2843718137" sldId="413"/>
            <ac:spMk id="3" creationId="{F93887A2-CF65-149D-3043-C2D69F41F349}"/>
          </ac:spMkLst>
        </pc:spChg>
        <pc:spChg chg="add mod">
          <ac:chgData name="Bertrand FILLION" userId="b7ba5e4f88c7f917" providerId="LiveId" clId="{D6A4495E-270E-5780-AA0A-2870881BF0F4}" dt="2026-02-20T21:52:40.109" v="6336" actId="14100"/>
          <ac:spMkLst>
            <pc:docMk/>
            <pc:sldMk cId="2843718137" sldId="413"/>
            <ac:spMk id="6" creationId="{A49E20FB-597C-0275-0B83-6366B3E7AD08}"/>
          </ac:spMkLst>
        </pc:spChg>
        <pc:spChg chg="add mod">
          <ac:chgData name="Bertrand FILLION" userId="b7ba5e4f88c7f917" providerId="LiveId" clId="{D6A4495E-270E-5780-AA0A-2870881BF0F4}" dt="2026-02-20T21:52:54.271" v="6343" actId="1036"/>
          <ac:spMkLst>
            <pc:docMk/>
            <pc:sldMk cId="2843718137" sldId="413"/>
            <ac:spMk id="7" creationId="{B09A5B65-4DA4-7DC9-5651-BC930E1AF66D}"/>
          </ac:spMkLst>
        </pc:spChg>
        <pc:picChg chg="add mod">
          <ac:chgData name="Bertrand FILLION" userId="b7ba5e4f88c7f917" providerId="LiveId" clId="{D6A4495E-270E-5780-AA0A-2870881BF0F4}" dt="2026-02-20T21:51:41.942" v="6324" actId="1076"/>
          <ac:picMkLst>
            <pc:docMk/>
            <pc:sldMk cId="2843718137" sldId="413"/>
            <ac:picMk id="5" creationId="{4D4E468F-E7EA-FA81-BB02-38C796032E70}"/>
          </ac:picMkLst>
        </pc:picChg>
      </pc:sldChg>
      <pc:sldMasterChg chg="addSp delSp modSp mod modSldLayout">
        <pc:chgData name="Bertrand FILLION" userId="b7ba5e4f88c7f917" providerId="LiveId" clId="{D6A4495E-270E-5780-AA0A-2870881BF0F4}" dt="2026-02-07T15:02:21.496" v="856" actId="478"/>
        <pc:sldMasterMkLst>
          <pc:docMk/>
          <pc:sldMasterMk cId="0" sldId="2147483678"/>
        </pc:sldMasterMkLst>
        <pc:sldLayoutChg chg="addSp delSp modSp mod">
          <pc:chgData name="Bertrand FILLION" userId="b7ba5e4f88c7f917" providerId="LiveId" clId="{D6A4495E-270E-5780-AA0A-2870881BF0F4}" dt="2026-02-07T15:02:21.496" v="856" actId="478"/>
          <pc:sldLayoutMkLst>
            <pc:docMk/>
            <pc:sldMasterMk cId="0" sldId="2147483678"/>
            <pc:sldLayoutMk cId="0" sldId="2147483648"/>
          </pc:sldLayoutMkLst>
          <pc:picChg chg="add mod">
            <ac:chgData name="Bertrand FILLION" userId="b7ba5e4f88c7f917" providerId="LiveId" clId="{D6A4495E-270E-5780-AA0A-2870881BF0F4}" dt="2026-02-07T15:02:15.484" v="855" actId="1076"/>
            <ac:picMkLst>
              <pc:docMk/>
              <pc:sldMasterMk cId="0" sldId="2147483678"/>
              <pc:sldLayoutMk cId="0" sldId="2147483648"/>
              <ac:picMk id="2" creationId="{44A2B5BC-598E-497A-832B-511E52FA180F}"/>
            </ac:picMkLst>
          </pc:picChg>
        </pc:sldLayoutChg>
        <pc:sldLayoutChg chg="addSp delSp modSp mod">
          <pc:chgData name="Bertrand FILLION" userId="b7ba5e4f88c7f917" providerId="LiveId" clId="{D6A4495E-270E-5780-AA0A-2870881BF0F4}" dt="2026-02-07T15:01:26.043" v="847" actId="1076"/>
          <pc:sldLayoutMkLst>
            <pc:docMk/>
            <pc:sldMasterMk cId="0" sldId="2147483678"/>
            <pc:sldLayoutMk cId="0" sldId="2147483653"/>
          </pc:sldLayoutMkLst>
          <pc:picChg chg="add mod">
            <ac:chgData name="Bertrand FILLION" userId="b7ba5e4f88c7f917" providerId="LiveId" clId="{D6A4495E-270E-5780-AA0A-2870881BF0F4}" dt="2026-02-07T15:01:26.043" v="847" actId="1076"/>
            <ac:picMkLst>
              <pc:docMk/>
              <pc:sldMasterMk cId="0" sldId="2147483678"/>
              <pc:sldLayoutMk cId="0" sldId="2147483653"/>
              <ac:picMk id="3" creationId="{16F0627C-C834-2F66-105D-4062ED9638C3}"/>
            </ac:picMkLst>
          </pc:picChg>
        </pc:sldLayoutChg>
        <pc:sldLayoutChg chg="addSp delSp modSp mod">
          <pc:chgData name="Bertrand FILLION" userId="b7ba5e4f88c7f917" providerId="LiveId" clId="{D6A4495E-270E-5780-AA0A-2870881BF0F4}" dt="2026-02-07T15:00:21.876" v="838" actId="478"/>
          <pc:sldLayoutMkLst>
            <pc:docMk/>
            <pc:sldMasterMk cId="0" sldId="2147483678"/>
            <pc:sldLayoutMk cId="0" sldId="2147483659"/>
          </pc:sldLayoutMkLst>
          <pc:picChg chg="mod">
            <ac:chgData name="Bertrand FILLION" userId="b7ba5e4f88c7f917" providerId="LiveId" clId="{D6A4495E-270E-5780-AA0A-2870881BF0F4}" dt="2026-02-07T14:59:43.055" v="837" actId="14100"/>
            <ac:picMkLst>
              <pc:docMk/>
              <pc:sldMasterMk cId="0" sldId="2147483678"/>
              <pc:sldLayoutMk cId="0" sldId="2147483659"/>
              <ac:picMk id="125" creationId="{00000000-0000-0000-0000-000000000000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1003d90df77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1003d90df77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userDrawn="1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 rot="-610">
            <a:off x="713225" y="3549801"/>
            <a:ext cx="5074800" cy="42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713225" y="1166950"/>
            <a:ext cx="5070900" cy="2382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6000" b="0">
                <a:latin typeface="Quantico"/>
                <a:ea typeface="Quantico"/>
                <a:cs typeface="Quantico"/>
                <a:sym typeface="Quantic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grpSp>
        <p:nvGrpSpPr>
          <p:cNvPr id="13" name="Google Shape;13;p2"/>
          <p:cNvGrpSpPr/>
          <p:nvPr/>
        </p:nvGrpSpPr>
        <p:grpSpPr>
          <a:xfrm>
            <a:off x="0" y="2"/>
            <a:ext cx="4571995" cy="4978102"/>
            <a:chOff x="0" y="2"/>
            <a:chExt cx="4571995" cy="4978102"/>
          </a:xfrm>
        </p:grpSpPr>
        <p:sp>
          <p:nvSpPr>
            <p:cNvPr id="14" name="Google Shape;14;p2"/>
            <p:cNvSpPr/>
            <p:nvPr/>
          </p:nvSpPr>
          <p:spPr>
            <a:xfrm rot="10800000">
              <a:off x="2122501" y="2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2309464" y="17642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5400000">
              <a:off x="252702" y="461438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 rot="5400000">
              <a:off x="454979" y="4496496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3926149" y="4673733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44A2B5BC-598E-497A-832B-511E52FA180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6"/>
          <a:stretch>
            <a:fillRect/>
          </a:stretch>
        </p:blipFill>
        <p:spPr bwMode="auto">
          <a:xfrm>
            <a:off x="6287386" y="1494183"/>
            <a:ext cx="2636875" cy="1936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7"/>
          <p:cNvSpPr txBox="1">
            <a:spLocks noGrp="1"/>
          </p:cNvSpPr>
          <p:nvPr>
            <p:ph type="title"/>
          </p:nvPr>
        </p:nvSpPr>
        <p:spPr>
          <a:xfrm>
            <a:off x="143864" y="18591"/>
            <a:ext cx="9000126" cy="634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 dirty="0"/>
          </a:p>
        </p:txBody>
      </p:sp>
      <p:sp>
        <p:nvSpPr>
          <p:cNvPr id="75" name="Google Shape;75;p7"/>
          <p:cNvSpPr txBox="1">
            <a:spLocks noGrp="1"/>
          </p:cNvSpPr>
          <p:nvPr>
            <p:ph type="subTitle" idx="1"/>
          </p:nvPr>
        </p:nvSpPr>
        <p:spPr>
          <a:xfrm rot="-224">
            <a:off x="716529" y="1341284"/>
            <a:ext cx="4596900" cy="20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76" name="Google Shape;76;p7"/>
          <p:cNvGrpSpPr/>
          <p:nvPr/>
        </p:nvGrpSpPr>
        <p:grpSpPr>
          <a:xfrm>
            <a:off x="0" y="119694"/>
            <a:ext cx="9152261" cy="5138924"/>
            <a:chOff x="-10" y="0"/>
            <a:chExt cx="9152261" cy="5138924"/>
          </a:xfrm>
        </p:grpSpPr>
        <p:sp>
          <p:nvSpPr>
            <p:cNvPr id="77" name="Google Shape;77;p7"/>
            <p:cNvSpPr/>
            <p:nvPr/>
          </p:nvSpPr>
          <p:spPr>
            <a:xfrm>
              <a:off x="795508" y="4779610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7"/>
            <p:cNvSpPr/>
            <p:nvPr/>
          </p:nvSpPr>
          <p:spPr>
            <a:xfrm>
              <a:off x="666884" y="4577202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7"/>
            <p:cNvSpPr/>
            <p:nvPr/>
          </p:nvSpPr>
          <p:spPr>
            <a:xfrm>
              <a:off x="447476" y="4707431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7"/>
            <p:cNvSpPr/>
            <p:nvPr/>
          </p:nvSpPr>
          <p:spPr>
            <a:xfrm>
              <a:off x="557287" y="4656313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7"/>
            <p:cNvSpPr/>
            <p:nvPr/>
          </p:nvSpPr>
          <p:spPr>
            <a:xfrm rot="10800000" flipH="1">
              <a:off x="6014382" y="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7"/>
            <p:cNvSpPr/>
            <p:nvPr/>
          </p:nvSpPr>
          <p:spPr>
            <a:xfrm rot="10800000" flipH="1">
              <a:off x="5821021" y="277753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7"/>
            <p:cNvSpPr/>
            <p:nvPr/>
          </p:nvSpPr>
          <p:spPr>
            <a:xfrm>
              <a:off x="8501974" y="755255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7"/>
            <p:cNvSpPr/>
            <p:nvPr/>
          </p:nvSpPr>
          <p:spPr>
            <a:xfrm>
              <a:off x="5111574" y="4802245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7"/>
            <p:cNvSpPr/>
            <p:nvPr/>
          </p:nvSpPr>
          <p:spPr>
            <a:xfrm flipH="1">
              <a:off x="-10" y="1745149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7"/>
            <p:cNvSpPr/>
            <p:nvPr/>
          </p:nvSpPr>
          <p:spPr>
            <a:xfrm>
              <a:off x="8424003" y="551967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76E40E86-512B-AE07-4894-5EA6C2357DFE}"/>
              </a:ext>
            </a:extLst>
          </p:cNvPr>
          <p:cNvSpPr txBox="1"/>
          <p:nvPr userDrawn="1"/>
        </p:nvSpPr>
        <p:spPr>
          <a:xfrm>
            <a:off x="7170820" y="3148837"/>
            <a:ext cx="295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708583C-8EE2-1ABE-55A0-D88B61C7D7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79225A-3682-CC80-9B4F-ADC94096EC6F}"/>
              </a:ext>
            </a:extLst>
          </p:cNvPr>
          <p:cNvSpPr/>
          <p:nvPr userDrawn="1"/>
        </p:nvSpPr>
        <p:spPr>
          <a:xfrm>
            <a:off x="-10" y="0"/>
            <a:ext cx="143874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F0627C-C834-2F66-105D-4062ED9638C3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6"/>
          <a:stretch>
            <a:fillRect/>
          </a:stretch>
        </p:blipFill>
        <p:spPr bwMode="auto">
          <a:xfrm>
            <a:off x="8546479" y="163272"/>
            <a:ext cx="453657" cy="333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3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04876" y="-490534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3"/>
          <p:cNvSpPr txBox="1">
            <a:spLocks noGrp="1"/>
          </p:cNvSpPr>
          <p:nvPr>
            <p:ph type="title" hasCustomPrompt="1"/>
          </p:nvPr>
        </p:nvSpPr>
        <p:spPr>
          <a:xfrm rot="965">
            <a:off x="720000" y="1653209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 idx="2"/>
          </p:nvPr>
        </p:nvSpPr>
        <p:spPr>
          <a:xfrm>
            <a:off x="1865200" y="1593051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subTitle" idx="1"/>
          </p:nvPr>
        </p:nvSpPr>
        <p:spPr>
          <a:xfrm>
            <a:off x="1865200" y="2214774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title" idx="3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13"/>
          <p:cNvSpPr txBox="1">
            <a:spLocks noGrp="1"/>
          </p:cNvSpPr>
          <p:nvPr>
            <p:ph type="title" idx="4" hasCustomPrompt="1"/>
          </p:nvPr>
        </p:nvSpPr>
        <p:spPr>
          <a:xfrm rot="965">
            <a:off x="4988900" y="1653209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1" name="Google Shape;131;p13"/>
          <p:cNvSpPr txBox="1">
            <a:spLocks noGrp="1"/>
          </p:cNvSpPr>
          <p:nvPr>
            <p:ph type="title" idx="5"/>
          </p:nvPr>
        </p:nvSpPr>
        <p:spPr>
          <a:xfrm>
            <a:off x="6134100" y="1593051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2" name="Google Shape;132;p13"/>
          <p:cNvSpPr txBox="1">
            <a:spLocks noGrp="1"/>
          </p:cNvSpPr>
          <p:nvPr>
            <p:ph type="subTitle" idx="6"/>
          </p:nvPr>
        </p:nvSpPr>
        <p:spPr>
          <a:xfrm>
            <a:off x="6134100" y="2214774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3"/>
          <p:cNvSpPr txBox="1">
            <a:spLocks noGrp="1"/>
          </p:cNvSpPr>
          <p:nvPr>
            <p:ph type="title" idx="7" hasCustomPrompt="1"/>
          </p:nvPr>
        </p:nvSpPr>
        <p:spPr>
          <a:xfrm rot="965">
            <a:off x="720000" y="3183734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4" name="Google Shape;134;p13"/>
          <p:cNvSpPr txBox="1">
            <a:spLocks noGrp="1"/>
          </p:cNvSpPr>
          <p:nvPr>
            <p:ph type="title" idx="8"/>
          </p:nvPr>
        </p:nvSpPr>
        <p:spPr>
          <a:xfrm>
            <a:off x="1865200" y="3123576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9"/>
          </p:nvPr>
        </p:nvSpPr>
        <p:spPr>
          <a:xfrm>
            <a:off x="1865200" y="3745299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3"/>
          <p:cNvSpPr txBox="1">
            <a:spLocks noGrp="1"/>
          </p:cNvSpPr>
          <p:nvPr>
            <p:ph type="title" idx="13" hasCustomPrompt="1"/>
          </p:nvPr>
        </p:nvSpPr>
        <p:spPr>
          <a:xfrm rot="965">
            <a:off x="4988900" y="3183734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7" name="Google Shape;137;p13"/>
          <p:cNvSpPr txBox="1">
            <a:spLocks noGrp="1"/>
          </p:cNvSpPr>
          <p:nvPr>
            <p:ph type="title" idx="14"/>
          </p:nvPr>
        </p:nvSpPr>
        <p:spPr>
          <a:xfrm>
            <a:off x="6134100" y="3123576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8" name="Google Shape;138;p13"/>
          <p:cNvSpPr txBox="1">
            <a:spLocks noGrp="1"/>
          </p:cNvSpPr>
          <p:nvPr>
            <p:ph type="subTitle" idx="15"/>
          </p:nvPr>
        </p:nvSpPr>
        <p:spPr>
          <a:xfrm>
            <a:off x="6134100" y="3745299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39" name="Google Shape;139;p13"/>
          <p:cNvGrpSpPr/>
          <p:nvPr/>
        </p:nvGrpSpPr>
        <p:grpSpPr>
          <a:xfrm>
            <a:off x="4" y="133497"/>
            <a:ext cx="8982422" cy="5010000"/>
            <a:chOff x="-1910896" y="1625072"/>
            <a:chExt cx="8982422" cy="5010000"/>
          </a:xfrm>
        </p:grpSpPr>
        <p:sp>
          <p:nvSpPr>
            <p:cNvPr id="140" name="Google Shape;140;p13"/>
            <p:cNvSpPr/>
            <p:nvPr/>
          </p:nvSpPr>
          <p:spPr>
            <a:xfrm>
              <a:off x="2655058" y="6271185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13"/>
            <p:cNvSpPr/>
            <p:nvPr/>
          </p:nvSpPr>
          <p:spPr>
            <a:xfrm>
              <a:off x="2526434" y="6068777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3"/>
            <p:cNvSpPr/>
            <p:nvPr/>
          </p:nvSpPr>
          <p:spPr>
            <a:xfrm>
              <a:off x="-789299" y="6221219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3"/>
            <p:cNvSpPr/>
            <p:nvPr/>
          </p:nvSpPr>
          <p:spPr>
            <a:xfrm>
              <a:off x="-679488" y="6170101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3"/>
            <p:cNvSpPr/>
            <p:nvPr/>
          </p:nvSpPr>
          <p:spPr>
            <a:xfrm rot="5400000">
              <a:off x="6582052" y="156573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3"/>
            <p:cNvSpPr/>
            <p:nvPr/>
          </p:nvSpPr>
          <p:spPr>
            <a:xfrm rot="5400000">
              <a:off x="6784329" y="1447846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3"/>
            <p:cNvSpPr/>
            <p:nvPr/>
          </p:nvSpPr>
          <p:spPr>
            <a:xfrm>
              <a:off x="-1439001" y="6224518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3"/>
            <p:cNvSpPr/>
            <p:nvPr/>
          </p:nvSpPr>
          <p:spPr>
            <a:xfrm>
              <a:off x="6031024" y="6238708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3"/>
            <p:cNvSpPr/>
            <p:nvPr/>
          </p:nvSpPr>
          <p:spPr>
            <a:xfrm rot="5400000">
              <a:off x="-1899885" y="1832974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3"/>
            <p:cNvSpPr/>
            <p:nvPr/>
          </p:nvSpPr>
          <p:spPr>
            <a:xfrm>
              <a:off x="-1601897" y="1735042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2" name="Google Shape;382;p27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2"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28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5" name="Google Shape;385;p28"/>
          <p:cNvGrpSpPr/>
          <p:nvPr/>
        </p:nvGrpSpPr>
        <p:grpSpPr>
          <a:xfrm>
            <a:off x="4" y="133497"/>
            <a:ext cx="8982422" cy="5010000"/>
            <a:chOff x="-1910896" y="1625072"/>
            <a:chExt cx="8982422" cy="5010000"/>
          </a:xfrm>
        </p:grpSpPr>
        <p:sp>
          <p:nvSpPr>
            <p:cNvPr id="386" name="Google Shape;386;p28"/>
            <p:cNvSpPr/>
            <p:nvPr/>
          </p:nvSpPr>
          <p:spPr>
            <a:xfrm>
              <a:off x="2655058" y="6271185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8"/>
            <p:cNvSpPr/>
            <p:nvPr/>
          </p:nvSpPr>
          <p:spPr>
            <a:xfrm>
              <a:off x="2526434" y="6068777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28"/>
            <p:cNvSpPr/>
            <p:nvPr/>
          </p:nvSpPr>
          <p:spPr>
            <a:xfrm>
              <a:off x="-789299" y="6221219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28"/>
            <p:cNvSpPr/>
            <p:nvPr/>
          </p:nvSpPr>
          <p:spPr>
            <a:xfrm>
              <a:off x="-679488" y="6170101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28"/>
            <p:cNvSpPr/>
            <p:nvPr/>
          </p:nvSpPr>
          <p:spPr>
            <a:xfrm rot="5400000">
              <a:off x="6582052" y="156573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28"/>
            <p:cNvSpPr/>
            <p:nvPr/>
          </p:nvSpPr>
          <p:spPr>
            <a:xfrm rot="5400000">
              <a:off x="6784329" y="1447846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8"/>
            <p:cNvSpPr/>
            <p:nvPr/>
          </p:nvSpPr>
          <p:spPr>
            <a:xfrm>
              <a:off x="-1439001" y="6224518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28"/>
            <p:cNvSpPr/>
            <p:nvPr/>
          </p:nvSpPr>
          <p:spPr>
            <a:xfrm>
              <a:off x="6031024" y="6238708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28"/>
            <p:cNvSpPr/>
            <p:nvPr/>
          </p:nvSpPr>
          <p:spPr>
            <a:xfrm rot="5400000">
              <a:off x="-1899885" y="1832974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8"/>
            <p:cNvSpPr/>
            <p:nvPr/>
          </p:nvSpPr>
          <p:spPr>
            <a:xfrm>
              <a:off x="-1601897" y="1735042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TITLE_AND_TWO_COLUMNS_1_1_1"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29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8" name="Google Shape;398;p29"/>
          <p:cNvGrpSpPr/>
          <p:nvPr/>
        </p:nvGrpSpPr>
        <p:grpSpPr>
          <a:xfrm>
            <a:off x="-1" y="219917"/>
            <a:ext cx="9143996" cy="4919036"/>
            <a:chOff x="-1" y="219917"/>
            <a:chExt cx="9143996" cy="4919036"/>
          </a:xfrm>
        </p:grpSpPr>
        <p:sp>
          <p:nvSpPr>
            <p:cNvPr id="399" name="Google Shape;399;p29"/>
            <p:cNvSpPr/>
            <p:nvPr/>
          </p:nvSpPr>
          <p:spPr>
            <a:xfrm>
              <a:off x="679933" y="4819035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29"/>
            <p:cNvSpPr/>
            <p:nvPr/>
          </p:nvSpPr>
          <p:spPr>
            <a:xfrm>
              <a:off x="199759" y="4577202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9"/>
            <p:cNvSpPr/>
            <p:nvPr/>
          </p:nvSpPr>
          <p:spPr>
            <a:xfrm>
              <a:off x="8778826" y="3961581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9"/>
            <p:cNvSpPr/>
            <p:nvPr/>
          </p:nvSpPr>
          <p:spPr>
            <a:xfrm>
              <a:off x="8552762" y="624788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9"/>
            <p:cNvSpPr/>
            <p:nvPr/>
          </p:nvSpPr>
          <p:spPr>
            <a:xfrm>
              <a:off x="298882" y="873624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29"/>
            <p:cNvSpPr/>
            <p:nvPr/>
          </p:nvSpPr>
          <p:spPr>
            <a:xfrm>
              <a:off x="8789634" y="2786500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9"/>
            <p:cNvSpPr/>
            <p:nvPr/>
          </p:nvSpPr>
          <p:spPr>
            <a:xfrm flipH="1">
              <a:off x="-1" y="1962805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9"/>
            <p:cNvSpPr/>
            <p:nvPr/>
          </p:nvSpPr>
          <p:spPr>
            <a:xfrm>
              <a:off x="8498149" y="4885020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9"/>
            <p:cNvSpPr/>
            <p:nvPr/>
          </p:nvSpPr>
          <p:spPr>
            <a:xfrm>
              <a:off x="6464665" y="4742736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9"/>
            <p:cNvSpPr/>
            <p:nvPr/>
          </p:nvSpPr>
          <p:spPr>
            <a:xfrm>
              <a:off x="7076415" y="219917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237083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endParaRPr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83E4510-D730-23F8-1286-6D1A1A95EE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6488" y="4767262"/>
            <a:ext cx="47364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7208BD-8998-B044-8160-64A07B294A0F}" type="slidenum">
              <a:rPr lang="fr-FR" smtClean="0"/>
              <a:t>‹N°›</a:t>
            </a:fld>
            <a:endParaRPr lang="fr-FR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8" r:id="rId3"/>
    <p:sldLayoutId id="2147483659" r:id="rId4"/>
    <p:sldLayoutId id="2147483673" r:id="rId5"/>
    <p:sldLayoutId id="2147483674" r:id="rId6"/>
    <p:sldLayoutId id="2147483675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jpeg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pi-oc-projet7.onrender.com/docs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3"/>
          <p:cNvSpPr txBox="1">
            <a:spLocks noGrp="1"/>
          </p:cNvSpPr>
          <p:nvPr>
            <p:ph type="subTitle" idx="1"/>
          </p:nvPr>
        </p:nvSpPr>
        <p:spPr>
          <a:xfrm rot="-610">
            <a:off x="713225" y="3549801"/>
            <a:ext cx="5074800" cy="42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2" name="Google Shape;422;p33"/>
          <p:cNvSpPr txBox="1">
            <a:spLocks noGrp="1"/>
          </p:cNvSpPr>
          <p:nvPr>
            <p:ph type="ctrTitle"/>
          </p:nvPr>
        </p:nvSpPr>
        <p:spPr>
          <a:xfrm>
            <a:off x="173905" y="189150"/>
            <a:ext cx="6153439" cy="238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fr-FR" b="1" dirty="0"/>
              <a:t>Prêt à dépenser</a:t>
            </a:r>
            <a:br>
              <a:rPr lang="en" sz="4000" b="1" dirty="0"/>
            </a:br>
            <a:r>
              <a:rPr lang="fr-FR" sz="1800" b="1" dirty="0"/>
              <a:t>Monitoring et mise en production d’un modèle de </a:t>
            </a:r>
            <a:r>
              <a:rPr lang="fr-FR" sz="1800" b="1" dirty="0" err="1"/>
              <a:t>scoring</a:t>
            </a:r>
            <a:r>
              <a:rPr lang="fr-FR" sz="1800" b="1" dirty="0"/>
              <a:t> client</a:t>
            </a:r>
            <a:endParaRPr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5"/>
          <p:cNvSpPr txBox="1">
            <a:spLocks noGrp="1"/>
          </p:cNvSpPr>
          <p:nvPr>
            <p:ph type="title"/>
          </p:nvPr>
        </p:nvSpPr>
        <p:spPr>
          <a:xfrm rot="965">
            <a:off x="720000" y="947076"/>
            <a:ext cx="1068900" cy="111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I.</a:t>
            </a:r>
            <a:endParaRPr sz="2800"/>
          </a:p>
        </p:txBody>
      </p:sp>
      <p:sp>
        <p:nvSpPr>
          <p:cNvPr id="437" name="Google Shape;437;p35"/>
          <p:cNvSpPr txBox="1">
            <a:spLocks noGrp="1"/>
          </p:cNvSpPr>
          <p:nvPr>
            <p:ph type="title" idx="2"/>
          </p:nvPr>
        </p:nvSpPr>
        <p:spPr>
          <a:xfrm>
            <a:off x="1865200" y="886918"/>
            <a:ext cx="2289900" cy="7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/>
              <a:t>PROBLÉMATIQUE ET JEU DE DONNÉES</a:t>
            </a:r>
          </a:p>
        </p:txBody>
      </p:sp>
      <p:sp>
        <p:nvSpPr>
          <p:cNvPr id="438" name="Google Shape;438;p35"/>
          <p:cNvSpPr txBox="1">
            <a:spLocks noGrp="1"/>
          </p:cNvSpPr>
          <p:nvPr>
            <p:ph type="subTitle" idx="1"/>
          </p:nvPr>
        </p:nvSpPr>
        <p:spPr>
          <a:xfrm>
            <a:off x="1865200" y="1508641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000" dirty="0"/>
              <a:t>Analyse exploratoire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000" dirty="0" err="1"/>
              <a:t>Feature</a:t>
            </a:r>
            <a:r>
              <a:rPr lang="fr-FR" sz="1000" dirty="0"/>
              <a:t> engineering</a:t>
            </a:r>
            <a:endParaRPr sz="1000" dirty="0"/>
          </a:p>
        </p:txBody>
      </p:sp>
      <p:sp>
        <p:nvSpPr>
          <p:cNvPr id="439" name="Google Shape;439;p35"/>
          <p:cNvSpPr txBox="1">
            <a:spLocks noGrp="1"/>
          </p:cNvSpPr>
          <p:nvPr>
            <p:ph type="title" idx="3"/>
          </p:nvPr>
        </p:nvSpPr>
        <p:spPr>
          <a:xfrm>
            <a:off x="720000" y="252418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SOMMAIRE</a:t>
            </a:r>
            <a:endParaRPr dirty="0"/>
          </a:p>
        </p:txBody>
      </p:sp>
      <p:sp>
        <p:nvSpPr>
          <p:cNvPr id="440" name="Google Shape;440;p35"/>
          <p:cNvSpPr txBox="1">
            <a:spLocks noGrp="1"/>
          </p:cNvSpPr>
          <p:nvPr>
            <p:ph type="title" idx="4"/>
          </p:nvPr>
        </p:nvSpPr>
        <p:spPr>
          <a:xfrm rot="965">
            <a:off x="719998" y="2357152"/>
            <a:ext cx="1068900" cy="111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II.</a:t>
            </a:r>
            <a:endParaRPr sz="2800"/>
          </a:p>
        </p:txBody>
      </p:sp>
      <p:sp>
        <p:nvSpPr>
          <p:cNvPr id="441" name="Google Shape;441;p35"/>
          <p:cNvSpPr txBox="1">
            <a:spLocks noGrp="1"/>
          </p:cNvSpPr>
          <p:nvPr>
            <p:ph type="title" idx="5"/>
          </p:nvPr>
        </p:nvSpPr>
        <p:spPr>
          <a:xfrm>
            <a:off x="1865198" y="2296994"/>
            <a:ext cx="2289900" cy="4170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/>
              <a:t>MODÉLISATION</a:t>
            </a:r>
          </a:p>
        </p:txBody>
      </p:sp>
      <p:sp>
        <p:nvSpPr>
          <p:cNvPr id="442" name="Google Shape;442;p35"/>
          <p:cNvSpPr txBox="1">
            <a:spLocks noGrp="1"/>
          </p:cNvSpPr>
          <p:nvPr>
            <p:ph type="subTitle" idx="6"/>
          </p:nvPr>
        </p:nvSpPr>
        <p:spPr>
          <a:xfrm>
            <a:off x="1865198" y="2611839"/>
            <a:ext cx="2289900" cy="8724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Démarche, choix des </a:t>
            </a:r>
            <a:r>
              <a:rPr lang="en" sz="1000" dirty="0" err="1"/>
              <a:t>mesures</a:t>
            </a:r>
            <a:endParaRPr lang="en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 err="1"/>
              <a:t>Visualisation</a:t>
            </a:r>
            <a:r>
              <a:rPr lang="en" sz="1000" dirty="0"/>
              <a:t> </a:t>
            </a:r>
            <a:r>
              <a:rPr lang="en" sz="1000" dirty="0" err="1"/>
              <a:t>MLFlow</a:t>
            </a:r>
            <a:r>
              <a:rPr lang="en" sz="1000" dirty="0"/>
              <a:t> UI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 err="1"/>
              <a:t>Synthèse</a:t>
            </a:r>
            <a:r>
              <a:rPr lang="en" sz="1000" dirty="0"/>
              <a:t> des </a:t>
            </a:r>
            <a:r>
              <a:rPr lang="en" sz="1000" dirty="0" err="1"/>
              <a:t>résultats</a:t>
            </a:r>
            <a:endParaRPr lang="en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Feature </a:t>
            </a:r>
            <a:r>
              <a:rPr lang="en" sz="1000" dirty="0"/>
              <a:t>importance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Data drift</a:t>
            </a:r>
            <a:endParaRPr sz="1000" dirty="0"/>
          </a:p>
        </p:txBody>
      </p:sp>
      <p:sp>
        <p:nvSpPr>
          <p:cNvPr id="443" name="Google Shape;443;p35"/>
          <p:cNvSpPr txBox="1">
            <a:spLocks noGrp="1"/>
          </p:cNvSpPr>
          <p:nvPr>
            <p:ph type="title" idx="7"/>
          </p:nvPr>
        </p:nvSpPr>
        <p:spPr>
          <a:xfrm rot="965">
            <a:off x="719999" y="3745839"/>
            <a:ext cx="1069212" cy="11145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III.</a:t>
            </a:r>
            <a:endParaRPr sz="2800"/>
          </a:p>
        </p:txBody>
      </p:sp>
      <p:sp>
        <p:nvSpPr>
          <p:cNvPr id="444" name="Google Shape;444;p35"/>
          <p:cNvSpPr txBox="1">
            <a:spLocks noGrp="1"/>
          </p:cNvSpPr>
          <p:nvPr>
            <p:ph type="title" idx="8"/>
          </p:nvPr>
        </p:nvSpPr>
        <p:spPr>
          <a:xfrm>
            <a:off x="1865198" y="3685682"/>
            <a:ext cx="2453707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/>
              <a:t>PIPELINE DE DÉPLOIEMENT</a:t>
            </a:r>
          </a:p>
        </p:txBody>
      </p:sp>
      <p:sp>
        <p:nvSpPr>
          <p:cNvPr id="445" name="Google Shape;445;p35"/>
          <p:cNvSpPr txBox="1">
            <a:spLocks noGrp="1"/>
          </p:cNvSpPr>
          <p:nvPr>
            <p:ph type="subTitle" idx="9"/>
          </p:nvPr>
        </p:nvSpPr>
        <p:spPr>
          <a:xfrm>
            <a:off x="1869604" y="4116946"/>
            <a:ext cx="2845596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Git / </a:t>
            </a:r>
            <a:r>
              <a:rPr lang="en" sz="1000" dirty="0" err="1"/>
              <a:t>Github</a:t>
            </a:r>
            <a:endParaRPr lang="en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Tests </a:t>
            </a:r>
            <a:r>
              <a:rPr lang="en" sz="1000" dirty="0" err="1"/>
              <a:t>unitaires</a:t>
            </a:r>
            <a:endParaRPr sz="1000" dirty="0"/>
          </a:p>
        </p:txBody>
      </p:sp>
      <p:sp>
        <p:nvSpPr>
          <p:cNvPr id="446" name="Google Shape;446;p35"/>
          <p:cNvSpPr txBox="1">
            <a:spLocks noGrp="1"/>
          </p:cNvSpPr>
          <p:nvPr>
            <p:ph type="title" idx="13"/>
          </p:nvPr>
        </p:nvSpPr>
        <p:spPr>
          <a:xfrm rot="965">
            <a:off x="5065042" y="1007977"/>
            <a:ext cx="1068900" cy="111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IV.</a:t>
            </a:r>
            <a:endParaRPr sz="2800"/>
          </a:p>
        </p:txBody>
      </p:sp>
      <p:sp>
        <p:nvSpPr>
          <p:cNvPr id="447" name="Google Shape;447;p35"/>
          <p:cNvSpPr txBox="1">
            <a:spLocks noGrp="1"/>
          </p:cNvSpPr>
          <p:nvPr>
            <p:ph type="title" idx="14"/>
          </p:nvPr>
        </p:nvSpPr>
        <p:spPr>
          <a:xfrm>
            <a:off x="6210242" y="947819"/>
            <a:ext cx="2289900" cy="7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DATA DRIFT</a:t>
            </a:r>
            <a:endParaRPr sz="1400" dirty="0"/>
          </a:p>
        </p:txBody>
      </p:sp>
      <p:sp>
        <p:nvSpPr>
          <p:cNvPr id="448" name="Google Shape;448;p35"/>
          <p:cNvSpPr txBox="1">
            <a:spLocks noGrp="1"/>
          </p:cNvSpPr>
          <p:nvPr>
            <p:ph type="subTitle" idx="15"/>
          </p:nvPr>
        </p:nvSpPr>
        <p:spPr>
          <a:xfrm>
            <a:off x="6210242" y="1569542"/>
            <a:ext cx="2289900" cy="5417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000" dirty="0"/>
              <a:t>Présentation et analyse</a:t>
            </a:r>
            <a:endParaRPr sz="1000" dirty="0"/>
          </a:p>
        </p:txBody>
      </p:sp>
      <p:sp>
        <p:nvSpPr>
          <p:cNvPr id="2" name="Google Shape;446;p35">
            <a:extLst>
              <a:ext uri="{FF2B5EF4-FFF2-40B4-BE49-F238E27FC236}">
                <a16:creationId xmlns:a16="http://schemas.microsoft.com/office/drawing/2014/main" id="{70A8EB6A-08E6-974A-84A0-15C79880613A}"/>
              </a:ext>
            </a:extLst>
          </p:cNvPr>
          <p:cNvSpPr txBox="1">
            <a:spLocks/>
          </p:cNvSpPr>
          <p:nvPr/>
        </p:nvSpPr>
        <p:spPr>
          <a:xfrm rot="965">
            <a:off x="5065042" y="2422184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47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2800" dirty="0"/>
              <a:t>V.</a:t>
            </a:r>
          </a:p>
        </p:txBody>
      </p:sp>
      <p:sp>
        <p:nvSpPr>
          <p:cNvPr id="3" name="Google Shape;447;p35">
            <a:extLst>
              <a:ext uri="{FF2B5EF4-FFF2-40B4-BE49-F238E27FC236}">
                <a16:creationId xmlns:a16="http://schemas.microsoft.com/office/drawing/2014/main" id="{9A1E6D3B-4A7E-6F58-16F8-F9AC7A1F17CA}"/>
              </a:ext>
            </a:extLst>
          </p:cNvPr>
          <p:cNvSpPr txBox="1">
            <a:spLocks/>
          </p:cNvSpPr>
          <p:nvPr/>
        </p:nvSpPr>
        <p:spPr>
          <a:xfrm>
            <a:off x="6202441" y="2367964"/>
            <a:ext cx="2289900" cy="488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18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1400" dirty="0"/>
              <a:t>SCORING CLIENT</a:t>
            </a:r>
          </a:p>
        </p:txBody>
      </p:sp>
      <p:sp>
        <p:nvSpPr>
          <p:cNvPr id="4" name="Google Shape;448;p35">
            <a:extLst>
              <a:ext uri="{FF2B5EF4-FFF2-40B4-BE49-F238E27FC236}">
                <a16:creationId xmlns:a16="http://schemas.microsoft.com/office/drawing/2014/main" id="{43445544-9AEC-5C20-69EC-0A5856565589}"/>
              </a:ext>
            </a:extLst>
          </p:cNvPr>
          <p:cNvSpPr txBox="1">
            <a:spLocks/>
          </p:cNvSpPr>
          <p:nvPr/>
        </p:nvSpPr>
        <p:spPr>
          <a:xfrm>
            <a:off x="6210242" y="2983749"/>
            <a:ext cx="2289900" cy="541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0" indent="0"/>
            <a:r>
              <a:rPr lang="fr-FR" sz="1000" dirty="0"/>
              <a:t>API</a:t>
            </a:r>
          </a:p>
        </p:txBody>
      </p:sp>
      <p:sp>
        <p:nvSpPr>
          <p:cNvPr id="5" name="Google Shape;446;p35">
            <a:extLst>
              <a:ext uri="{FF2B5EF4-FFF2-40B4-BE49-F238E27FC236}">
                <a16:creationId xmlns:a16="http://schemas.microsoft.com/office/drawing/2014/main" id="{768109E3-C392-86D6-3096-35E059245EBB}"/>
              </a:ext>
            </a:extLst>
          </p:cNvPr>
          <p:cNvSpPr txBox="1">
            <a:spLocks/>
          </p:cNvSpPr>
          <p:nvPr/>
        </p:nvSpPr>
        <p:spPr>
          <a:xfrm rot="965">
            <a:off x="5065041" y="3745837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47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2800" dirty="0"/>
              <a:t>VI.</a:t>
            </a:r>
          </a:p>
        </p:txBody>
      </p:sp>
      <p:sp>
        <p:nvSpPr>
          <p:cNvPr id="6" name="Google Shape;447;p35">
            <a:extLst>
              <a:ext uri="{FF2B5EF4-FFF2-40B4-BE49-F238E27FC236}">
                <a16:creationId xmlns:a16="http://schemas.microsoft.com/office/drawing/2014/main" id="{62BA5E99-9C85-D77A-1154-4C3A9447DEF0}"/>
              </a:ext>
            </a:extLst>
          </p:cNvPr>
          <p:cNvSpPr txBox="1">
            <a:spLocks/>
          </p:cNvSpPr>
          <p:nvPr/>
        </p:nvSpPr>
        <p:spPr>
          <a:xfrm>
            <a:off x="6202441" y="4053196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18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1400" dirty="0"/>
              <a:t>CONCLUSION</a:t>
            </a:r>
          </a:p>
        </p:txBody>
      </p:sp>
      <p:sp>
        <p:nvSpPr>
          <p:cNvPr id="7" name="Google Shape;448;p35">
            <a:extLst>
              <a:ext uri="{FF2B5EF4-FFF2-40B4-BE49-F238E27FC236}">
                <a16:creationId xmlns:a16="http://schemas.microsoft.com/office/drawing/2014/main" id="{33620AF1-EAF6-12BD-ED33-C617E07CD1D4}"/>
              </a:ext>
            </a:extLst>
          </p:cNvPr>
          <p:cNvSpPr txBox="1">
            <a:spLocks/>
          </p:cNvSpPr>
          <p:nvPr/>
        </p:nvSpPr>
        <p:spPr>
          <a:xfrm>
            <a:off x="6210241" y="4307402"/>
            <a:ext cx="22899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0" indent="0"/>
            <a:endParaRPr lang="fr-F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4E913C-75FD-4232-7769-B551FB0D1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lvl="0" algn="ctr"/>
            <a:r>
              <a:rPr lang="fr-FR" sz="3200" dirty="0"/>
              <a:t>PROBLÉMATIQUE ET JEU DE DONNÉES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7E6ECFC-A00D-FAF7-95CF-9901143C11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2257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EFA127-D5A6-C307-682B-43C8C63FB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PROBLÉMATIQUE</a:t>
            </a:r>
          </a:p>
        </p:txBody>
      </p:sp>
      <p:sp>
        <p:nvSpPr>
          <p:cNvPr id="3" name="Google Shape;641;p43">
            <a:extLst>
              <a:ext uri="{FF2B5EF4-FFF2-40B4-BE49-F238E27FC236}">
                <a16:creationId xmlns:a16="http://schemas.microsoft.com/office/drawing/2014/main" id="{20A33659-8DD5-FCC5-23C1-81BF543880C0}"/>
              </a:ext>
            </a:extLst>
          </p:cNvPr>
          <p:cNvSpPr txBox="1">
            <a:spLocks/>
          </p:cNvSpPr>
          <p:nvPr/>
        </p:nvSpPr>
        <p:spPr>
          <a:xfrm>
            <a:off x="651964" y="821811"/>
            <a:ext cx="7979080" cy="4134378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pPr>
              <a:buSzPct val="185000"/>
            </a:pPr>
            <a:r>
              <a:rPr lang="fr-FR" sz="1800" dirty="0">
                <a:solidFill>
                  <a:srgbClr val="00B0F0"/>
                </a:solidFill>
              </a:rPr>
              <a:t>Contexte</a:t>
            </a:r>
          </a:p>
          <a:p>
            <a:pPr>
              <a:buSzPct val="185000"/>
            </a:pPr>
            <a:endParaRPr lang="fr-FR" sz="1800" dirty="0">
              <a:solidFill>
                <a:srgbClr val="00B0F0"/>
              </a:solidFill>
            </a:endParaRPr>
          </a:p>
          <a:p>
            <a:pPr>
              <a:buSzPct val="185000"/>
            </a:pPr>
            <a:r>
              <a:rPr lang="fr-FR" sz="1800" dirty="0"/>
              <a:t>« Prêt à dépenser » propose des crédits à la consommation pour des personnes ayant peu ou pas du tout d'historique de prêt.</a:t>
            </a:r>
          </a:p>
          <a:p>
            <a:pPr>
              <a:buSzPct val="185000"/>
            </a:pPr>
            <a:endParaRPr lang="fr-FR" sz="1800" dirty="0"/>
          </a:p>
          <a:p>
            <a:pPr>
              <a:buSzPct val="185000"/>
            </a:pPr>
            <a:r>
              <a:rPr lang="fr-FR" sz="1800" dirty="0">
                <a:solidFill>
                  <a:srgbClr val="00B0F0"/>
                </a:solidFill>
              </a:rPr>
              <a:t>Objectif du projet</a:t>
            </a:r>
          </a:p>
          <a:p>
            <a:pPr>
              <a:buSzPct val="185000"/>
            </a:pPr>
            <a:endParaRPr lang="fr-FR" sz="1800" dirty="0"/>
          </a:p>
          <a:p>
            <a:pPr>
              <a:buSzPct val="185000"/>
            </a:pPr>
            <a:r>
              <a:rPr lang="fr-FR" sz="1800" dirty="0"/>
              <a:t>« Prêt à dépenser » souhaite mettre en œuvre un outil de </a:t>
            </a:r>
            <a:r>
              <a:rPr lang="fr-FR" sz="1800" dirty="0" err="1"/>
              <a:t>scoring</a:t>
            </a:r>
            <a:r>
              <a:rPr lang="fr-FR" sz="1800" dirty="0"/>
              <a:t> crédit afin d’estimer la probabilité de défaut de paiement d’un client pour décider d’accorder ou refuser le crédit.</a:t>
            </a:r>
          </a:p>
          <a:p>
            <a:pPr>
              <a:buSzPct val="185000"/>
            </a:pPr>
            <a:r>
              <a:rPr lang="fr-FR" sz="1800" dirty="0"/>
              <a:t>L’outil doit être déployé via un processus automatisé et sa maintenance doit être formalisée.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A2F4187-3A68-540E-6458-A1100F7199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0049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FF3EB2-99F5-43C0-8B17-D7A805FC8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VUE D’ENSEMBLE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43FCE18-285D-31D7-7AB5-A236417534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5</a:t>
            </a:fld>
            <a:endParaRPr lang="fr-FR"/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EFE3932D-2309-DEF1-EE43-EA4F440C2CCC}"/>
              </a:ext>
            </a:extLst>
          </p:cNvPr>
          <p:cNvGrpSpPr/>
          <p:nvPr/>
        </p:nvGrpSpPr>
        <p:grpSpPr>
          <a:xfrm>
            <a:off x="462132" y="1018478"/>
            <a:ext cx="2377440" cy="1188720"/>
            <a:chOff x="791736" y="1018478"/>
            <a:chExt cx="2377440" cy="1188720"/>
          </a:xfrm>
        </p:grpSpPr>
        <p:sp>
          <p:nvSpPr>
            <p:cNvPr id="8" name="Shape 3">
              <a:extLst>
                <a:ext uri="{FF2B5EF4-FFF2-40B4-BE49-F238E27FC236}">
                  <a16:creationId xmlns:a16="http://schemas.microsoft.com/office/drawing/2014/main" id="{DBEEFDBD-D67A-BC49-D90E-FCF06E0FC212}"/>
                </a:ext>
              </a:extLst>
            </p:cNvPr>
            <p:cNvSpPr/>
            <p:nvPr/>
          </p:nvSpPr>
          <p:spPr>
            <a:xfrm>
              <a:off x="791736" y="1018478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9" name="Shape 4">
              <a:extLst>
                <a:ext uri="{FF2B5EF4-FFF2-40B4-BE49-F238E27FC236}">
                  <a16:creationId xmlns:a16="http://schemas.microsoft.com/office/drawing/2014/main" id="{19209DC5-E148-0F1E-97BE-78504D7A13FD}"/>
                </a:ext>
              </a:extLst>
            </p:cNvPr>
            <p:cNvSpPr/>
            <p:nvPr/>
          </p:nvSpPr>
          <p:spPr>
            <a:xfrm>
              <a:off x="791736" y="1018478"/>
              <a:ext cx="2377440" cy="7315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0" name="Text 5">
              <a:extLst>
                <a:ext uri="{FF2B5EF4-FFF2-40B4-BE49-F238E27FC236}">
                  <a16:creationId xmlns:a16="http://schemas.microsoft.com/office/drawing/2014/main" id="{77E80371-3938-70F8-8A5D-36C9A5AEC40C}"/>
                </a:ext>
              </a:extLst>
            </p:cNvPr>
            <p:cNvSpPr/>
            <p:nvPr/>
          </p:nvSpPr>
          <p:spPr>
            <a:xfrm>
              <a:off x="928896" y="1109918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307 511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1" name="Text 6">
              <a:extLst>
                <a:ext uri="{FF2B5EF4-FFF2-40B4-BE49-F238E27FC236}">
                  <a16:creationId xmlns:a16="http://schemas.microsoft.com/office/drawing/2014/main" id="{CFEF9AE8-3FA9-4FCC-313D-7D774224CEBB}"/>
                </a:ext>
              </a:extLst>
            </p:cNvPr>
            <p:cNvSpPr/>
            <p:nvPr/>
          </p:nvSpPr>
          <p:spPr>
            <a:xfrm>
              <a:off x="883176" y="1768286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clients (train)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B5A0A36A-3AD4-437C-4D13-77E8203ACFCE}"/>
              </a:ext>
            </a:extLst>
          </p:cNvPr>
          <p:cNvGrpSpPr/>
          <p:nvPr/>
        </p:nvGrpSpPr>
        <p:grpSpPr>
          <a:xfrm>
            <a:off x="3429000" y="1069988"/>
            <a:ext cx="2377440" cy="1188720"/>
            <a:chOff x="3352056" y="1018478"/>
            <a:chExt cx="2377440" cy="1188720"/>
          </a:xfrm>
        </p:grpSpPr>
        <p:sp>
          <p:nvSpPr>
            <p:cNvPr id="12" name="Shape 7">
              <a:extLst>
                <a:ext uri="{FF2B5EF4-FFF2-40B4-BE49-F238E27FC236}">
                  <a16:creationId xmlns:a16="http://schemas.microsoft.com/office/drawing/2014/main" id="{CD6BE0AB-2859-18A8-E609-2000D7F991C5}"/>
                </a:ext>
              </a:extLst>
            </p:cNvPr>
            <p:cNvSpPr/>
            <p:nvPr/>
          </p:nvSpPr>
          <p:spPr>
            <a:xfrm>
              <a:off x="3352056" y="1018478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3" name="Shape 8">
              <a:extLst>
                <a:ext uri="{FF2B5EF4-FFF2-40B4-BE49-F238E27FC236}">
                  <a16:creationId xmlns:a16="http://schemas.microsoft.com/office/drawing/2014/main" id="{4CA41EA7-2730-F34F-7987-30E31D97A010}"/>
                </a:ext>
              </a:extLst>
            </p:cNvPr>
            <p:cNvSpPr/>
            <p:nvPr/>
          </p:nvSpPr>
          <p:spPr>
            <a:xfrm>
              <a:off x="3352056" y="1018478"/>
              <a:ext cx="2377440" cy="73152"/>
            </a:xfrm>
            <a:prstGeom prst="rect">
              <a:avLst/>
            </a:prstGeom>
            <a:solidFill>
              <a:srgbClr val="2EC4B6"/>
            </a:solidFill>
            <a:ln w="12700">
              <a:solidFill>
                <a:srgbClr val="2EC4B6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4" name="Text 9">
              <a:extLst>
                <a:ext uri="{FF2B5EF4-FFF2-40B4-BE49-F238E27FC236}">
                  <a16:creationId xmlns:a16="http://schemas.microsoft.com/office/drawing/2014/main" id="{1F12715D-A300-577E-7599-F952A012B80A}"/>
                </a:ext>
              </a:extLst>
            </p:cNvPr>
            <p:cNvSpPr/>
            <p:nvPr/>
          </p:nvSpPr>
          <p:spPr>
            <a:xfrm>
              <a:off x="3489216" y="1109918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48 744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5" name="Text 10">
              <a:extLst>
                <a:ext uri="{FF2B5EF4-FFF2-40B4-BE49-F238E27FC236}">
                  <a16:creationId xmlns:a16="http://schemas.microsoft.com/office/drawing/2014/main" id="{92627540-A75A-F33A-0EFB-93F1878117D3}"/>
                </a:ext>
              </a:extLst>
            </p:cNvPr>
            <p:cNvSpPr/>
            <p:nvPr/>
          </p:nvSpPr>
          <p:spPr>
            <a:xfrm>
              <a:off x="3443496" y="1768286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clients (test)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F43D9AEB-31ED-FABE-6863-7C26F4330856}"/>
              </a:ext>
            </a:extLst>
          </p:cNvPr>
          <p:cNvGrpSpPr/>
          <p:nvPr/>
        </p:nvGrpSpPr>
        <p:grpSpPr>
          <a:xfrm>
            <a:off x="6395868" y="1069435"/>
            <a:ext cx="2377440" cy="1188720"/>
            <a:chOff x="5912376" y="1018478"/>
            <a:chExt cx="2377440" cy="1188720"/>
          </a:xfrm>
        </p:grpSpPr>
        <p:sp>
          <p:nvSpPr>
            <p:cNvPr id="16" name="Shape 11">
              <a:extLst>
                <a:ext uri="{FF2B5EF4-FFF2-40B4-BE49-F238E27FC236}">
                  <a16:creationId xmlns:a16="http://schemas.microsoft.com/office/drawing/2014/main" id="{EBD88FA2-9A7F-DA90-A960-9F1CDA657CBF}"/>
                </a:ext>
              </a:extLst>
            </p:cNvPr>
            <p:cNvSpPr/>
            <p:nvPr/>
          </p:nvSpPr>
          <p:spPr>
            <a:xfrm>
              <a:off x="5912376" y="1018478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7" name="Shape 12">
              <a:extLst>
                <a:ext uri="{FF2B5EF4-FFF2-40B4-BE49-F238E27FC236}">
                  <a16:creationId xmlns:a16="http://schemas.microsoft.com/office/drawing/2014/main" id="{58314AE2-D5C9-F7ED-8172-2CD62F933D71}"/>
                </a:ext>
              </a:extLst>
            </p:cNvPr>
            <p:cNvSpPr/>
            <p:nvPr/>
          </p:nvSpPr>
          <p:spPr>
            <a:xfrm>
              <a:off x="5912376" y="1018478"/>
              <a:ext cx="2377440" cy="73152"/>
            </a:xfrm>
            <a:prstGeom prst="rect">
              <a:avLst/>
            </a:prstGeom>
            <a:solidFill>
              <a:srgbClr val="F4A261"/>
            </a:solidFill>
            <a:ln w="12700">
              <a:solidFill>
                <a:srgbClr val="F4A261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17C8C9C2-831F-9909-E829-877D369AAEE7}"/>
                </a:ext>
              </a:extLst>
            </p:cNvPr>
            <p:cNvSpPr/>
            <p:nvPr/>
          </p:nvSpPr>
          <p:spPr>
            <a:xfrm>
              <a:off x="6049536" y="1109918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8,1 %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9" name="Text 14">
              <a:extLst>
                <a:ext uri="{FF2B5EF4-FFF2-40B4-BE49-F238E27FC236}">
                  <a16:creationId xmlns:a16="http://schemas.microsoft.com/office/drawing/2014/main" id="{A167D411-B76A-0C9C-7724-97C2CDE47F63}"/>
                </a:ext>
              </a:extLst>
            </p:cNvPr>
            <p:cNvSpPr/>
            <p:nvPr/>
          </p:nvSpPr>
          <p:spPr>
            <a:xfrm>
              <a:off x="6003816" y="1768286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taux de défaut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sp>
        <p:nvSpPr>
          <p:cNvPr id="20" name="Text 15">
            <a:extLst>
              <a:ext uri="{FF2B5EF4-FFF2-40B4-BE49-F238E27FC236}">
                <a16:creationId xmlns:a16="http://schemas.microsoft.com/office/drawing/2014/main" id="{D6340012-EB05-2AAC-4602-3D79C729AAB1}"/>
              </a:ext>
            </a:extLst>
          </p:cNvPr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6 tables disponibles</a:t>
            </a:r>
            <a:endParaRPr lang="en-US" sz="1500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3E20CD9A-4CC5-02E7-D1FA-F546262891FD}"/>
              </a:ext>
            </a:extLst>
          </p:cNvPr>
          <p:cNvSpPr/>
          <p:nvPr/>
        </p:nvSpPr>
        <p:spPr>
          <a:xfrm>
            <a:off x="457200" y="283464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079D6333-1828-5F55-4533-EAE0C8913838}"/>
              </a:ext>
            </a:extLst>
          </p:cNvPr>
          <p:cNvSpPr/>
          <p:nvPr/>
        </p:nvSpPr>
        <p:spPr>
          <a:xfrm>
            <a:off x="457200" y="2834640"/>
            <a:ext cx="54864" cy="8229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00B17271-37FC-A144-C900-304364A088ED}"/>
              </a:ext>
            </a:extLst>
          </p:cNvPr>
          <p:cNvSpPr/>
          <p:nvPr/>
        </p:nvSpPr>
        <p:spPr>
          <a:xfrm>
            <a:off x="59436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application_train/test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F51BB5B9-D6F2-A8D1-5C23-A26AB3DE07BD}"/>
              </a:ext>
            </a:extLst>
          </p:cNvPr>
          <p:cNvSpPr/>
          <p:nvPr/>
        </p:nvSpPr>
        <p:spPr>
          <a:xfrm>
            <a:off x="59436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Données principales client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090E8FA1-07ED-7557-05C1-6FA37CFAB311}"/>
              </a:ext>
            </a:extLst>
          </p:cNvPr>
          <p:cNvSpPr/>
          <p:nvPr/>
        </p:nvSpPr>
        <p:spPr>
          <a:xfrm>
            <a:off x="3291840" y="283464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4CC25746-0751-B599-9DD7-C306B8DA8560}"/>
              </a:ext>
            </a:extLst>
          </p:cNvPr>
          <p:cNvSpPr/>
          <p:nvPr/>
        </p:nvSpPr>
        <p:spPr>
          <a:xfrm>
            <a:off x="3291840" y="2834640"/>
            <a:ext cx="54864" cy="82296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5F674A64-BC49-DDC0-6E4A-841EAFB53686}"/>
              </a:ext>
            </a:extLst>
          </p:cNvPr>
          <p:cNvSpPr/>
          <p:nvPr/>
        </p:nvSpPr>
        <p:spPr>
          <a:xfrm>
            <a:off x="342900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bureau + bureau_balance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AD0CECEB-86AE-6520-A1BD-72AC06DC47A7}"/>
              </a:ext>
            </a:extLst>
          </p:cNvPr>
          <p:cNvSpPr/>
          <p:nvPr/>
        </p:nvSpPr>
        <p:spPr>
          <a:xfrm>
            <a:off x="342900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Historique crédits externes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881492A0-A13B-FE0F-2774-E09832C399E5}"/>
              </a:ext>
            </a:extLst>
          </p:cNvPr>
          <p:cNvSpPr/>
          <p:nvPr/>
        </p:nvSpPr>
        <p:spPr>
          <a:xfrm>
            <a:off x="6126480" y="283464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69193C13-E7E6-A644-0FE7-2618039A204D}"/>
              </a:ext>
            </a:extLst>
          </p:cNvPr>
          <p:cNvSpPr/>
          <p:nvPr/>
        </p:nvSpPr>
        <p:spPr>
          <a:xfrm>
            <a:off x="6126480" y="2834640"/>
            <a:ext cx="54864" cy="8229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B43AA2D5-1B08-5A7E-5F61-DB97301C7122}"/>
              </a:ext>
            </a:extLst>
          </p:cNvPr>
          <p:cNvSpPr/>
          <p:nvPr/>
        </p:nvSpPr>
        <p:spPr>
          <a:xfrm>
            <a:off x="626364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previous_application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9B97C72C-BE62-183F-D1FB-A860C2703435}"/>
              </a:ext>
            </a:extLst>
          </p:cNvPr>
          <p:cNvSpPr/>
          <p:nvPr/>
        </p:nvSpPr>
        <p:spPr>
          <a:xfrm>
            <a:off x="626364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Demandes précédentes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634158AD-0B8C-E2C2-EC32-9187B7A861A5}"/>
              </a:ext>
            </a:extLst>
          </p:cNvPr>
          <p:cNvSpPr/>
          <p:nvPr/>
        </p:nvSpPr>
        <p:spPr>
          <a:xfrm>
            <a:off x="457200" y="384048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0F65F0D4-AFBA-B0E0-42B0-3DFA6062C26C}"/>
              </a:ext>
            </a:extLst>
          </p:cNvPr>
          <p:cNvSpPr/>
          <p:nvPr/>
        </p:nvSpPr>
        <p:spPr>
          <a:xfrm>
            <a:off x="457200" y="3840480"/>
            <a:ext cx="54864" cy="8229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FB0B8DB8-26D3-45D5-A156-70BD6A23DBA2}"/>
              </a:ext>
            </a:extLst>
          </p:cNvPr>
          <p:cNvSpPr/>
          <p:nvPr/>
        </p:nvSpPr>
        <p:spPr>
          <a:xfrm>
            <a:off x="59436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installments_payments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 31">
            <a:extLst>
              <a:ext uri="{FF2B5EF4-FFF2-40B4-BE49-F238E27FC236}">
                <a16:creationId xmlns:a16="http://schemas.microsoft.com/office/drawing/2014/main" id="{95E59FE7-5695-1ADE-BE36-9F3DD7263E4B}"/>
              </a:ext>
            </a:extLst>
          </p:cNvPr>
          <p:cNvSpPr/>
          <p:nvPr/>
        </p:nvSpPr>
        <p:spPr>
          <a:xfrm>
            <a:off x="594360" y="4206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Historique paiements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Shape 32">
            <a:extLst>
              <a:ext uri="{FF2B5EF4-FFF2-40B4-BE49-F238E27FC236}">
                <a16:creationId xmlns:a16="http://schemas.microsoft.com/office/drawing/2014/main" id="{7FD16B58-4703-0FB4-8351-0AAE046E6093}"/>
              </a:ext>
            </a:extLst>
          </p:cNvPr>
          <p:cNvSpPr/>
          <p:nvPr/>
        </p:nvSpPr>
        <p:spPr>
          <a:xfrm>
            <a:off x="3291840" y="384048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Shape 33">
            <a:extLst>
              <a:ext uri="{FF2B5EF4-FFF2-40B4-BE49-F238E27FC236}">
                <a16:creationId xmlns:a16="http://schemas.microsoft.com/office/drawing/2014/main" id="{956D7D08-5F56-7C39-26AD-E059A1C8611F}"/>
              </a:ext>
            </a:extLst>
          </p:cNvPr>
          <p:cNvSpPr/>
          <p:nvPr/>
        </p:nvSpPr>
        <p:spPr>
          <a:xfrm>
            <a:off x="3291840" y="3840480"/>
            <a:ext cx="54864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Text 34">
            <a:extLst>
              <a:ext uri="{FF2B5EF4-FFF2-40B4-BE49-F238E27FC236}">
                <a16:creationId xmlns:a16="http://schemas.microsoft.com/office/drawing/2014/main" id="{DF97B708-F654-4168-D911-0918B76FD7B9}"/>
              </a:ext>
            </a:extLst>
          </p:cNvPr>
          <p:cNvSpPr/>
          <p:nvPr/>
        </p:nvSpPr>
        <p:spPr>
          <a:xfrm>
            <a:off x="342900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POS_CASH_balance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 35">
            <a:extLst>
              <a:ext uri="{FF2B5EF4-FFF2-40B4-BE49-F238E27FC236}">
                <a16:creationId xmlns:a16="http://schemas.microsoft.com/office/drawing/2014/main" id="{D99FEF22-976B-B883-FEC0-DFA8E82A07C0}"/>
              </a:ext>
            </a:extLst>
          </p:cNvPr>
          <p:cNvSpPr/>
          <p:nvPr/>
        </p:nvSpPr>
        <p:spPr>
          <a:xfrm>
            <a:off x="3429000" y="4206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Soldes POS &amp; cash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48BED72D-D2CC-1FD9-9EF7-B9625AE3FF43}"/>
              </a:ext>
            </a:extLst>
          </p:cNvPr>
          <p:cNvSpPr/>
          <p:nvPr/>
        </p:nvSpPr>
        <p:spPr>
          <a:xfrm>
            <a:off x="6126480" y="384048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72F22D7A-A294-52EB-574F-246C06C067FF}"/>
              </a:ext>
            </a:extLst>
          </p:cNvPr>
          <p:cNvSpPr/>
          <p:nvPr/>
        </p:nvSpPr>
        <p:spPr>
          <a:xfrm>
            <a:off x="6126480" y="3840480"/>
            <a:ext cx="54864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168DFB65-85E5-288C-1D23-7B11604F0C47}"/>
              </a:ext>
            </a:extLst>
          </p:cNvPr>
          <p:cNvSpPr/>
          <p:nvPr/>
        </p:nvSpPr>
        <p:spPr>
          <a:xfrm>
            <a:off x="626364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credit_card_balance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0966E692-D4A2-E396-226B-7E8CC952F65F}"/>
              </a:ext>
            </a:extLst>
          </p:cNvPr>
          <p:cNvSpPr/>
          <p:nvPr/>
        </p:nvSpPr>
        <p:spPr>
          <a:xfrm>
            <a:off x="6263640" y="4206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Historique carte crédit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056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E2787B-F7A9-AA80-E04E-B1E9BA08F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VUE D’ENSEMBLE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B0834CE-8519-78ED-204A-051FC6B3E2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32" y="951329"/>
            <a:ext cx="7459911" cy="892338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8 fichiers csv : structure relationnelle (clés)</a:t>
            </a:r>
          </a:p>
          <a:p>
            <a:r>
              <a:rPr lang="fr-FR" dirty="0" err="1"/>
              <a:t>application_train.csv</a:t>
            </a:r>
            <a:r>
              <a:rPr lang="fr-FR" dirty="0"/>
              <a:t> : fichier principal =&gt; une ligne par client</a:t>
            </a:r>
          </a:p>
          <a:p>
            <a:r>
              <a:rPr lang="fr-FR" dirty="0" err="1"/>
              <a:t>Aggrégation</a:t>
            </a:r>
            <a:r>
              <a:rPr lang="fr-FR" dirty="0"/>
              <a:t> dans les autres fichiers puis jointure et </a:t>
            </a:r>
            <a:r>
              <a:rPr lang="fr-FR" dirty="0" err="1"/>
              <a:t>feature</a:t>
            </a:r>
            <a:r>
              <a:rPr lang="fr-FR" dirty="0"/>
              <a:t> </a:t>
            </a:r>
            <a:r>
              <a:rPr lang="fr-FR" dirty="0" err="1"/>
              <a:t>selection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B081A08-341F-DBC9-60FA-E67BAEAAF0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6</a:t>
            </a:fld>
            <a:endParaRPr lang="fr-FR"/>
          </a:p>
        </p:txBody>
      </p:sp>
      <p:pic>
        <p:nvPicPr>
          <p:cNvPr id="6146" name="Picture 2" descr="Data">
            <a:extLst>
              <a:ext uri="{FF2B5EF4-FFF2-40B4-BE49-F238E27FC236}">
                <a16:creationId xmlns:a16="http://schemas.microsoft.com/office/drawing/2014/main" id="{6C234469-A5DB-373F-7356-9964D09D17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0896" y="2151098"/>
            <a:ext cx="3895947" cy="2501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51C77F1F-7766-0B97-9B83-E906097A56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27078"/>
              </p:ext>
            </p:extLst>
          </p:nvPr>
        </p:nvGraphicFramePr>
        <p:xfrm>
          <a:off x="396948" y="2151098"/>
          <a:ext cx="4352262" cy="2501064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1339702">
                  <a:extLst>
                    <a:ext uri="{9D8B030D-6E8A-4147-A177-3AD203B41FA5}">
                      <a16:colId xmlns:a16="http://schemas.microsoft.com/office/drawing/2014/main" val="2638678640"/>
                    </a:ext>
                  </a:extLst>
                </a:gridCol>
                <a:gridCol w="793898">
                  <a:extLst>
                    <a:ext uri="{9D8B030D-6E8A-4147-A177-3AD203B41FA5}">
                      <a16:colId xmlns:a16="http://schemas.microsoft.com/office/drawing/2014/main" val="3615145859"/>
                    </a:ext>
                  </a:extLst>
                </a:gridCol>
                <a:gridCol w="1052754">
                  <a:extLst>
                    <a:ext uri="{9D8B030D-6E8A-4147-A177-3AD203B41FA5}">
                      <a16:colId xmlns:a16="http://schemas.microsoft.com/office/drawing/2014/main" val="3019925986"/>
                    </a:ext>
                  </a:extLst>
                </a:gridCol>
                <a:gridCol w="1165908">
                  <a:extLst>
                    <a:ext uri="{9D8B030D-6E8A-4147-A177-3AD203B41FA5}">
                      <a16:colId xmlns:a16="http://schemas.microsoft.com/office/drawing/2014/main" val="2750148196"/>
                    </a:ext>
                  </a:extLst>
                </a:gridCol>
              </a:tblGrid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Nom du fichier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Nombre de lignes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Nombre de colonnes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Taille (Mo)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4693305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application_train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solidFill>
                      <a:srgbClr val="FA7F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307 511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166,1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9362500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application_test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48 744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26,6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295859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bureau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1 716 428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28837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bureau_balance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27 299 925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375,6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708574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previous_application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1 670 214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405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549839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POS_CASH_balance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10 001 358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392,7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3227545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installments_payment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13 605 401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723,1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5978958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credit_card_balance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3 840 312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424,6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77731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3593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5DC837-FD5D-947C-78C2-369958594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1AF28E8-9DCA-15FB-096A-A593651D7B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30" y="993950"/>
            <a:ext cx="4706076" cy="842283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Déséquilibre de la cible (défaut de paiement)</a:t>
            </a:r>
          </a:p>
          <a:p>
            <a:pPr>
              <a:lnSpc>
                <a:spcPct val="150000"/>
              </a:lnSpc>
            </a:pPr>
            <a:r>
              <a:rPr lang="fr-FR" dirty="0"/>
              <a:t>Stratégies d’over/</a:t>
            </a:r>
            <a:r>
              <a:rPr lang="fr-FR" dirty="0" err="1"/>
              <a:t>under</a:t>
            </a:r>
            <a:r>
              <a:rPr lang="fr-FR" dirty="0"/>
              <a:t> sampling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5B944B-B947-5549-C663-C463B8C39F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7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CB4EEA7-C910-949E-F089-6D4FB8B49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9021" y="2177092"/>
            <a:ext cx="3329811" cy="253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971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0338C-83FF-69AE-DBA1-298803E7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BBB389-C876-8680-BFB7-0E920D291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0522F2A-36B0-0D41-2B97-7E3E84EF8B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448861" y="1269281"/>
            <a:ext cx="4706076" cy="903832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Répartition des clients par âge</a:t>
            </a:r>
          </a:p>
          <a:p>
            <a:pPr>
              <a:lnSpc>
                <a:spcPct val="150000"/>
              </a:lnSpc>
            </a:pPr>
            <a:r>
              <a:rPr lang="fr-FR" dirty="0"/>
              <a:t>Davantage de défaut chez les clients jeunes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40553A7-EB27-F6C9-E55A-5D64F2E264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8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7593F79-67A3-2A85-9722-2530D941D8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337" y="837178"/>
            <a:ext cx="3112666" cy="173457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9270870-0BF1-A435-B689-F030969EC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1337" y="2632342"/>
            <a:ext cx="3112666" cy="245596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51CB6A5B-D16C-35DF-3F7F-DAB4935B8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7127" y="2789304"/>
            <a:ext cx="2016413" cy="2244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707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91A47-336D-96D3-CE41-6939B5D5F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1E5090-2A4D-AD02-437E-A4D6D39C2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041E69F-593C-849E-25C7-A7D4340F9C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495" y="1341280"/>
            <a:ext cx="4706076" cy="1000474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Revenu annuel : écart des moyennes entre défaut et pas de défaut : 3465.96 euros</a:t>
            </a:r>
          </a:p>
          <a:p>
            <a:pPr>
              <a:lnSpc>
                <a:spcPct val="150000"/>
              </a:lnSpc>
            </a:pPr>
            <a:r>
              <a:rPr lang="fr-FR" dirty="0"/>
              <a:t>Ecart faible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A2C2EE-7055-B25B-5A51-A6C62C7CF3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9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9277D09-E198-B3A3-FFE3-1DB7F597C2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089" y="1154964"/>
            <a:ext cx="3072219" cy="168038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CEA2AC9-AED2-77F5-EE00-A2FAFBFA2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1089" y="2969056"/>
            <a:ext cx="3072219" cy="1680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0084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90132-8500-A42A-C7E5-DA1F8E2D2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996E23-5947-20D6-6823-B1B3FD94B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1A9DDC9-A7E4-98E4-E6F0-689F7DDF82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485" y="1577424"/>
            <a:ext cx="4706076" cy="742695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Taux d’annuité : peu d’écart des moyennes entre défaut et pas de défaut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860D74-8875-3750-20F6-B0CD4D6C5B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10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CF63AB9-FBC9-862B-AEFC-738537D62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4299" y="1126932"/>
            <a:ext cx="3149009" cy="1773837"/>
          </a:xfrm>
          <a:prstGeom prst="rect">
            <a:avLst/>
          </a:prstGeom>
        </p:spPr>
      </p:pic>
      <p:sp>
        <p:nvSpPr>
          <p:cNvPr id="7" name="Sous-titre 2">
            <a:extLst>
              <a:ext uri="{FF2B5EF4-FFF2-40B4-BE49-F238E27FC236}">
                <a16:creationId xmlns:a16="http://schemas.microsoft.com/office/drawing/2014/main" id="{FD934CC9-3D23-EC10-2A0A-81CD4AC3DF25}"/>
              </a:ext>
            </a:extLst>
          </p:cNvPr>
          <p:cNvSpPr txBox="1">
            <a:spLocks/>
          </p:cNvSpPr>
          <p:nvPr/>
        </p:nvSpPr>
        <p:spPr>
          <a:xfrm rot="-224">
            <a:off x="716487" y="3414629"/>
            <a:ext cx="4706076" cy="742695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dirty="0"/>
              <a:t>Les clients ayant le plus de charges d’annuité font davantage défaut.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278C891-9A92-022A-678D-7B4EC7017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299" y="3075730"/>
            <a:ext cx="3141316" cy="1769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708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AAFBF0-3D81-C6E0-09D3-2928D8783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FEATURE ENGINEERING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791399-2291-1EB1-A9BE-282F5F44CF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620225" y="1197136"/>
            <a:ext cx="4203478" cy="1861078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sz="1200" dirty="0"/>
              <a:t>Mêmes traitements </a:t>
            </a:r>
            <a:r>
              <a:rPr lang="fr-FR" sz="1200" dirty="0" err="1"/>
              <a:t>application_train</a:t>
            </a:r>
            <a:r>
              <a:rPr lang="fr-FR" sz="1200" dirty="0"/>
              <a:t> / test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Sélection de kernels </a:t>
            </a:r>
            <a:r>
              <a:rPr lang="fr-FR" sz="1200" dirty="0" err="1"/>
              <a:t>Kaggle</a:t>
            </a:r>
            <a:r>
              <a:rPr lang="fr-FR" sz="1200" dirty="0"/>
              <a:t> (point de départ)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Gestion des valeurs manquantes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Sélection de </a:t>
            </a:r>
            <a:r>
              <a:rPr lang="fr-FR" sz="1200" dirty="0" err="1"/>
              <a:t>features</a:t>
            </a:r>
            <a:endParaRPr lang="fr-FR" sz="1200" dirty="0"/>
          </a:p>
          <a:p>
            <a:pPr>
              <a:lnSpc>
                <a:spcPct val="150000"/>
              </a:lnSpc>
            </a:pPr>
            <a:r>
              <a:rPr lang="fr-FR" sz="1200" dirty="0"/>
              <a:t>Création de </a:t>
            </a:r>
            <a:r>
              <a:rPr lang="fr-FR" sz="1200" dirty="0" err="1"/>
              <a:t>features</a:t>
            </a:r>
            <a:endParaRPr lang="fr-FR" sz="1200" dirty="0"/>
          </a:p>
          <a:p>
            <a:pPr>
              <a:lnSpc>
                <a:spcPct val="150000"/>
              </a:lnSpc>
            </a:pPr>
            <a:r>
              <a:rPr lang="fr-FR" sz="1200" dirty="0"/>
              <a:t>Export de données pour tests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B515232-A88A-348F-522A-EA1B4648A1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11</a:t>
            </a:fld>
            <a:endParaRPr lang="fr-FR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EB4A197E-B235-DB9A-0943-91E7A15833EF}"/>
              </a:ext>
            </a:extLst>
          </p:cNvPr>
          <p:cNvSpPr txBox="1">
            <a:spLocks/>
          </p:cNvSpPr>
          <p:nvPr/>
        </p:nvSpPr>
        <p:spPr>
          <a:xfrm rot="-224">
            <a:off x="620201" y="3507398"/>
            <a:ext cx="4203542" cy="1104189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sz="1200" dirty="0"/>
              <a:t>Agrégation des données </a:t>
            </a:r>
          </a:p>
          <a:p>
            <a:pPr lvl="1" algn="l"/>
            <a:r>
              <a:rPr lang="fr-FR" sz="1200" dirty="0">
                <a:solidFill>
                  <a:srgbClr val="92D050"/>
                </a:solidFill>
              </a:rPr>
              <a:t>par client</a:t>
            </a:r>
          </a:p>
          <a:p>
            <a:pPr lvl="1" algn="l"/>
            <a:r>
              <a:rPr lang="fr-FR" sz="1200" dirty="0">
                <a:solidFill>
                  <a:srgbClr val="FFC000"/>
                </a:solidFill>
              </a:rPr>
              <a:t>par bureau</a:t>
            </a:r>
          </a:p>
          <a:p>
            <a:pPr lvl="1" algn="l"/>
            <a:r>
              <a:rPr lang="fr-FR" sz="1200" dirty="0">
                <a:solidFill>
                  <a:srgbClr val="00B0F0"/>
                </a:solidFill>
              </a:rPr>
              <a:t>par </a:t>
            </a:r>
            <a:r>
              <a:rPr lang="fr-FR" sz="1200" dirty="0" err="1">
                <a:solidFill>
                  <a:srgbClr val="00B0F0"/>
                </a:solidFill>
              </a:rPr>
              <a:t>previous</a:t>
            </a:r>
            <a:r>
              <a:rPr lang="fr-FR" sz="1200" dirty="0">
                <a:solidFill>
                  <a:srgbClr val="00B0F0"/>
                </a:solidFill>
              </a:rPr>
              <a:t> application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D6C38E07-D7EE-F1FD-F313-056FF7A55FE7}"/>
              </a:ext>
            </a:extLst>
          </p:cNvPr>
          <p:cNvGrpSpPr/>
          <p:nvPr/>
        </p:nvGrpSpPr>
        <p:grpSpPr>
          <a:xfrm>
            <a:off x="5114181" y="2256729"/>
            <a:ext cx="3895947" cy="2501064"/>
            <a:chOff x="5114181" y="1770264"/>
            <a:chExt cx="3895947" cy="2501064"/>
          </a:xfrm>
        </p:grpSpPr>
        <p:pic>
          <p:nvPicPr>
            <p:cNvPr id="6" name="Picture 2" descr="Data">
              <a:extLst>
                <a:ext uri="{FF2B5EF4-FFF2-40B4-BE49-F238E27FC236}">
                  <a16:creationId xmlns:a16="http://schemas.microsoft.com/office/drawing/2014/main" id="{8D45DEFB-3C5C-762E-6C24-73F7115143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14181" y="1770264"/>
              <a:ext cx="3895947" cy="25010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E79B542-D985-9ADF-FE11-25D826249884}"/>
                </a:ext>
              </a:extLst>
            </p:cNvPr>
            <p:cNvSpPr/>
            <p:nvPr/>
          </p:nvSpPr>
          <p:spPr>
            <a:xfrm>
              <a:off x="5365898" y="3366977"/>
              <a:ext cx="382772" cy="154615"/>
            </a:xfrm>
            <a:prstGeom prst="rect">
              <a:avLst/>
            </a:prstGeom>
            <a:noFill/>
            <a:ln w="12700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ECDB03A-9CD3-944C-D974-23AAA3F69D01}"/>
                </a:ext>
              </a:extLst>
            </p:cNvPr>
            <p:cNvSpPr/>
            <p:nvPr/>
          </p:nvSpPr>
          <p:spPr>
            <a:xfrm>
              <a:off x="6064103" y="2417135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52FB18-3F50-7592-1BC6-634B7043AB87}"/>
                </a:ext>
              </a:extLst>
            </p:cNvPr>
            <p:cNvSpPr/>
            <p:nvPr/>
          </p:nvSpPr>
          <p:spPr>
            <a:xfrm>
              <a:off x="7230141" y="2262520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7966FF7-294A-DA3D-6309-3F02EFF3112E}"/>
                </a:ext>
              </a:extLst>
            </p:cNvPr>
            <p:cNvSpPr/>
            <p:nvPr/>
          </p:nvSpPr>
          <p:spPr>
            <a:xfrm>
              <a:off x="8155094" y="2262520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8AD3A6D-F738-4518-15F4-1B3D7A14F6D0}"/>
                </a:ext>
              </a:extLst>
            </p:cNvPr>
            <p:cNvSpPr/>
            <p:nvPr/>
          </p:nvSpPr>
          <p:spPr>
            <a:xfrm>
              <a:off x="6584941" y="2943488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366CA98-263E-1629-FE5E-B59DFE2DAF3A}"/>
                </a:ext>
              </a:extLst>
            </p:cNvPr>
            <p:cNvSpPr/>
            <p:nvPr/>
          </p:nvSpPr>
          <p:spPr>
            <a:xfrm>
              <a:off x="6967713" y="3189616"/>
              <a:ext cx="382772" cy="154615"/>
            </a:xfrm>
            <a:prstGeom prst="rect">
              <a:avLst/>
            </a:prstGeom>
            <a:noFill/>
            <a:ln w="12700">
              <a:solidFill>
                <a:srgbClr val="00B0F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D64FD1-AD73-07D9-59B0-1402F9C600BC}"/>
                </a:ext>
              </a:extLst>
            </p:cNvPr>
            <p:cNvSpPr/>
            <p:nvPr/>
          </p:nvSpPr>
          <p:spPr>
            <a:xfrm>
              <a:off x="7743970" y="3493240"/>
              <a:ext cx="382772" cy="154615"/>
            </a:xfrm>
            <a:prstGeom prst="rect">
              <a:avLst/>
            </a:prstGeom>
            <a:noFill/>
            <a:ln w="12700">
              <a:solidFill>
                <a:srgbClr val="00B0F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35E38280-3B45-EC08-C8D1-5803CC73D748}"/>
              </a:ext>
            </a:extLst>
          </p:cNvPr>
          <p:cNvSpPr/>
          <p:nvPr/>
        </p:nvSpPr>
        <p:spPr>
          <a:xfrm>
            <a:off x="620218" y="810726"/>
            <a:ext cx="4203576" cy="38640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/>
              <a:t>Fichiers principaux (</a:t>
            </a:r>
            <a:r>
              <a:rPr lang="fr-FR" dirty="0" err="1"/>
              <a:t>application_train</a:t>
            </a:r>
            <a:r>
              <a:rPr lang="fr-FR" dirty="0"/>
              <a:t> / test)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15B2C9-E3F2-65E3-34D1-D70B21E1CBF3}"/>
              </a:ext>
            </a:extLst>
          </p:cNvPr>
          <p:cNvSpPr/>
          <p:nvPr/>
        </p:nvSpPr>
        <p:spPr>
          <a:xfrm>
            <a:off x="620200" y="3181212"/>
            <a:ext cx="4203576" cy="32606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/>
              <a:t>Autres fichiers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46E129B2-4457-A591-F935-80E9B6C52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747" y="1506993"/>
            <a:ext cx="1440128" cy="410471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068B1E36-DA32-8105-6BF2-6C8B934AF9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879" y="1491403"/>
            <a:ext cx="1541801" cy="419307"/>
          </a:xfrm>
          <a:prstGeom prst="rect">
            <a:avLst/>
          </a:prstGeom>
        </p:spPr>
      </p:pic>
      <p:sp>
        <p:nvSpPr>
          <p:cNvPr id="19" name="Flèche vers la droite 18">
            <a:extLst>
              <a:ext uri="{FF2B5EF4-FFF2-40B4-BE49-F238E27FC236}">
                <a16:creationId xmlns:a16="http://schemas.microsoft.com/office/drawing/2014/main" id="{89C4BBED-F71E-8521-7C16-4CEC840F0FE9}"/>
              </a:ext>
            </a:extLst>
          </p:cNvPr>
          <p:cNvSpPr/>
          <p:nvPr/>
        </p:nvSpPr>
        <p:spPr>
          <a:xfrm>
            <a:off x="4572000" y="1701056"/>
            <a:ext cx="334537" cy="75705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75316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1">
            <a:extLst>
              <a:ext uri="{FF2B5EF4-FFF2-40B4-BE49-F238E27FC236}">
                <a16:creationId xmlns:a16="http://schemas.microsoft.com/office/drawing/2014/main" id="{C3EA9664-4116-F924-A822-407CC8656C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01609" y="761420"/>
            <a:ext cx="4596900" cy="472633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B3470D6-E3A4-8FAC-F10A-AECBBB7E83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12</a:t>
            </a:fld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23D9B602-87A4-D1CB-03D4-AA18D02F9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JEU DE DONNÉES FINAL</a:t>
            </a:r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41DED34C-1449-F593-5260-3029B0090B28}"/>
              </a:ext>
            </a:extLst>
          </p:cNvPr>
          <p:cNvSpPr/>
          <p:nvPr/>
        </p:nvSpPr>
        <p:spPr>
          <a:xfrm>
            <a:off x="2357927" y="1704650"/>
            <a:ext cx="4572000" cy="13716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>
            <a:noFill/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" name="Text 23">
            <a:extLst>
              <a:ext uri="{FF2B5EF4-FFF2-40B4-BE49-F238E27FC236}">
                <a16:creationId xmlns:a16="http://schemas.microsoft.com/office/drawing/2014/main" id="{596E6ECE-8F5D-E34B-284C-211ED10339AF}"/>
              </a:ext>
            </a:extLst>
          </p:cNvPr>
          <p:cNvSpPr/>
          <p:nvPr/>
        </p:nvSpPr>
        <p:spPr>
          <a:xfrm>
            <a:off x="2357927" y="175037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FC3F7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Jeu de données final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Text 24">
            <a:extLst>
              <a:ext uri="{FF2B5EF4-FFF2-40B4-BE49-F238E27FC236}">
                <a16:creationId xmlns:a16="http://schemas.microsoft.com/office/drawing/2014/main" id="{1126A75A-1450-DBF0-4111-563496BF1562}"/>
              </a:ext>
            </a:extLst>
          </p:cNvPr>
          <p:cNvSpPr/>
          <p:nvPr/>
        </p:nvSpPr>
        <p:spPr>
          <a:xfrm>
            <a:off x="2357927" y="220757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307 507 clients · 184 features</a:t>
            </a:r>
            <a:endParaRPr lang="en-US" sz="13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168 numériques · 16 catégorielles</a:t>
            </a:r>
            <a:endParaRPr lang="en-US" sz="13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2187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CE0B8-AB85-67A9-6A40-248D6CDBD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3033C1-A776-5C92-E2C2-E7C1F508F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lvl="0" algn="ctr"/>
            <a:r>
              <a:rPr lang="fr-FR" sz="3200" dirty="0"/>
              <a:t>MODÉLISATION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3F6C08B-404D-D7B1-3923-089A3199D9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295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51A514-321A-59ED-2761-7E8006BD2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8323A1D-CAE1-A888-3D5B-79B97BEF78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124" y="894620"/>
            <a:ext cx="7583955" cy="370974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Expériences : entrainement et </a:t>
            </a:r>
            <a:r>
              <a:rPr lang="fr-FR" dirty="0" err="1"/>
              <a:t>tracking</a:t>
            </a:r>
            <a:r>
              <a:rPr lang="fr-FR" dirty="0"/>
              <a:t> avec différents modèles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Régression Logistique</a:t>
            </a:r>
          </a:p>
          <a:p>
            <a:pPr lvl="1" algn="l">
              <a:lnSpc>
                <a:spcPct val="150000"/>
              </a:lnSpc>
            </a:pPr>
            <a:r>
              <a:rPr lang="fr-FR" dirty="0" err="1"/>
              <a:t>Random</a:t>
            </a:r>
            <a:r>
              <a:rPr lang="fr-FR" dirty="0"/>
              <a:t> Forest</a:t>
            </a:r>
          </a:p>
          <a:p>
            <a:pPr lvl="1" algn="l">
              <a:lnSpc>
                <a:spcPct val="150000"/>
              </a:lnSpc>
            </a:pPr>
            <a:r>
              <a:rPr lang="fr-FR" dirty="0" err="1"/>
              <a:t>LightGBM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 err="1"/>
              <a:t>Tracking</a:t>
            </a:r>
            <a:r>
              <a:rPr lang="fr-FR" dirty="0"/>
              <a:t> avec </a:t>
            </a:r>
            <a:r>
              <a:rPr lang="fr-FR" dirty="0" err="1"/>
              <a:t>MLFlow</a:t>
            </a:r>
            <a:r>
              <a:rPr lang="fr-FR" dirty="0"/>
              <a:t> : </a:t>
            </a:r>
            <a:r>
              <a:rPr lang="fr-FR" dirty="0" err="1"/>
              <a:t>auc</a:t>
            </a:r>
            <a:r>
              <a:rPr lang="fr-FR" dirty="0"/>
              <a:t> et score métier, </a:t>
            </a:r>
          </a:p>
          <a:p>
            <a:pPr>
              <a:lnSpc>
                <a:spcPct val="150000"/>
              </a:lnSpc>
            </a:pPr>
            <a:r>
              <a:rPr lang="fr-FR" dirty="0" err="1"/>
              <a:t>Preprocessing</a:t>
            </a:r>
            <a:r>
              <a:rPr lang="fr-FR" dirty="0"/>
              <a:t> : imputation valeurs manquantes, Standardisation, One Hot </a:t>
            </a:r>
            <a:r>
              <a:rPr lang="fr-FR" dirty="0" err="1"/>
              <a:t>Encoding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/>
              <a:t>Pipeline</a:t>
            </a:r>
          </a:p>
          <a:p>
            <a:pPr>
              <a:lnSpc>
                <a:spcPct val="150000"/>
              </a:lnSpc>
            </a:pPr>
            <a:r>
              <a:rPr lang="fr-FR" dirty="0"/>
              <a:t>Validation croisée</a:t>
            </a:r>
          </a:p>
          <a:p>
            <a:pPr>
              <a:lnSpc>
                <a:spcPct val="150000"/>
              </a:lnSpc>
            </a:pPr>
            <a:r>
              <a:rPr lang="fr-FR" dirty="0" err="1"/>
              <a:t>Scoring</a:t>
            </a:r>
            <a:r>
              <a:rPr lang="fr-FR" dirty="0"/>
              <a:t> métier</a:t>
            </a:r>
          </a:p>
          <a:p>
            <a:pPr>
              <a:lnSpc>
                <a:spcPct val="150000"/>
              </a:lnSpc>
            </a:pPr>
            <a:r>
              <a:rPr lang="fr-FR" dirty="0"/>
              <a:t>SMOTE</a:t>
            </a:r>
          </a:p>
          <a:p>
            <a:pPr>
              <a:lnSpc>
                <a:spcPct val="150000"/>
              </a:lnSpc>
            </a:pPr>
            <a:r>
              <a:rPr lang="fr-FR" dirty="0"/>
              <a:t>Calcul d’un seuil métier de manière à garantir la sécurité financière du modèle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880CA8D-4C7B-2004-3401-E24DF72C76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8654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C1E8D8-4DC0-BCB4-71A4-35237F459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MLFLOW : EXPÉRIENCES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204B951-400A-21FA-01E5-D3BD796240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34884" y="840499"/>
            <a:ext cx="4596900" cy="358030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On procède par expériences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1304AE8-E84C-2AB5-66F1-995443FB16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15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B22E2CE-D52C-596A-DF31-427594B43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439" y="1603793"/>
            <a:ext cx="6107121" cy="2919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175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B851B1-CCA4-15B1-FDC6-075756C73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VISUALISATION MLFLOW UI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7A85968-916A-2646-CD28-2FF04D9EA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3" y="821857"/>
            <a:ext cx="7772372" cy="486552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On compare les runs pour sélectionner le meilleur modèle.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181E43A-A754-B731-914D-A234F52262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16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B2A68E4-DCCF-56AB-103D-9D696F745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088" y="1709286"/>
            <a:ext cx="7772400" cy="2825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905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DA15F-317C-2D4F-D257-9FE07078B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A1FF7F-4F5C-1B25-0509-491EE28E8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VISUALISATION MLFLOW UI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0E6BD55-0CB4-6477-C287-A7E5F84930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202314" y="842156"/>
            <a:ext cx="2557081" cy="4114044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sz="1200" dirty="0"/>
              <a:t>On visualise :</a:t>
            </a:r>
          </a:p>
          <a:p>
            <a:pPr lvl="1" algn="l">
              <a:lnSpc>
                <a:spcPct val="150000"/>
              </a:lnSpc>
            </a:pPr>
            <a:r>
              <a:rPr lang="fr-FR" sz="1200" dirty="0"/>
              <a:t>Les métriques</a:t>
            </a:r>
          </a:p>
          <a:p>
            <a:pPr lvl="1" algn="l">
              <a:lnSpc>
                <a:spcPct val="150000"/>
              </a:lnSpc>
            </a:pPr>
            <a:r>
              <a:rPr lang="fr-FR" sz="1200" dirty="0"/>
              <a:t>Les paramètres</a:t>
            </a:r>
          </a:p>
          <a:p>
            <a:pPr lvl="1" algn="l">
              <a:lnSpc>
                <a:spcPct val="150000"/>
              </a:lnSpc>
            </a:pPr>
            <a:r>
              <a:rPr lang="fr-FR" sz="1200" dirty="0"/>
              <a:t>Le modèle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L’enregistrement du modèle (alias) permet d’automatiser la sélection du meilleur modèle pour l’api.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E8A390-4E5A-42DC-A19F-089E580FBC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17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C377E79-457F-BA46-46AC-080BD9BA5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133" y="842156"/>
            <a:ext cx="5884471" cy="2218578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FA166693-CDCC-84CB-EED6-B122188403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6758" y="3166790"/>
            <a:ext cx="5885846" cy="1789399"/>
          </a:xfrm>
          <a:prstGeom prst="rect">
            <a:avLst/>
          </a:prstGeom>
        </p:spPr>
      </p:pic>
      <p:grpSp>
        <p:nvGrpSpPr>
          <p:cNvPr id="11" name="Groupe 10">
            <a:extLst>
              <a:ext uri="{FF2B5EF4-FFF2-40B4-BE49-F238E27FC236}">
                <a16:creationId xmlns:a16="http://schemas.microsoft.com/office/drawing/2014/main" id="{AD17A6BB-9398-0543-5B5B-9074D8904318}"/>
              </a:ext>
            </a:extLst>
          </p:cNvPr>
          <p:cNvGrpSpPr/>
          <p:nvPr/>
        </p:nvGrpSpPr>
        <p:grpSpPr>
          <a:xfrm>
            <a:off x="292134" y="3578542"/>
            <a:ext cx="2377440" cy="1188720"/>
            <a:chOff x="4895386" y="2854712"/>
            <a:chExt cx="2377440" cy="1188720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7EDF9B16-08C3-7BD7-F136-81DCCA3CAB38}"/>
                </a:ext>
              </a:extLst>
            </p:cNvPr>
            <p:cNvSpPr/>
            <p:nvPr/>
          </p:nvSpPr>
          <p:spPr>
            <a:xfrm>
              <a:off x="4895386" y="2854712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F2AA7B34-90FB-A283-5E58-CF0A869B673F}"/>
                </a:ext>
              </a:extLst>
            </p:cNvPr>
            <p:cNvSpPr/>
            <p:nvPr/>
          </p:nvSpPr>
          <p:spPr>
            <a:xfrm>
              <a:off x="4895386" y="2854712"/>
              <a:ext cx="2377440" cy="7315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9" name="Text 5">
              <a:extLst>
                <a:ext uri="{FF2B5EF4-FFF2-40B4-BE49-F238E27FC236}">
                  <a16:creationId xmlns:a16="http://schemas.microsoft.com/office/drawing/2014/main" id="{310B21E5-0CCA-F8BF-FB30-C651DB97C933}"/>
                </a:ext>
              </a:extLst>
            </p:cNvPr>
            <p:cNvSpPr/>
            <p:nvPr/>
          </p:nvSpPr>
          <p:spPr>
            <a:xfrm>
              <a:off x="5032546" y="2946152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~0.78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0" name="Text 6">
              <a:extLst>
                <a:ext uri="{FF2B5EF4-FFF2-40B4-BE49-F238E27FC236}">
                  <a16:creationId xmlns:a16="http://schemas.microsoft.com/office/drawing/2014/main" id="{513829D3-5D1D-ACAA-7FE3-69ECBF22CA57}"/>
                </a:ext>
              </a:extLst>
            </p:cNvPr>
            <p:cNvSpPr/>
            <p:nvPr/>
          </p:nvSpPr>
          <p:spPr>
            <a:xfrm>
              <a:off x="4986826" y="3604520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AUC (ROC)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00497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32DEE13-3EE9-D313-8367-52E7486E8B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18</a:t>
            </a:fld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565F99B2-1A05-A787-92B7-273A0C636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MODÉLISATION : MÉTRIQUE MÉTIER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5BF4310-C63E-9476-510E-28D53C7C96DA}"/>
              </a:ext>
            </a:extLst>
          </p:cNvPr>
          <p:cNvSpPr/>
          <p:nvPr/>
        </p:nvSpPr>
        <p:spPr>
          <a:xfrm>
            <a:off x="4572000" y="829465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Optimisation du seuil</a:t>
            </a:r>
            <a:endParaRPr lang="en-US" sz="1500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A0498B3C-FBA4-F6A4-EF32-EEB8C8C92687}"/>
              </a:ext>
            </a:extLst>
          </p:cNvPr>
          <p:cNvSpPr/>
          <p:nvPr/>
        </p:nvSpPr>
        <p:spPr>
          <a:xfrm>
            <a:off x="4567068" y="3846643"/>
            <a:ext cx="4206240" cy="6858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1C896F1-3F40-A90D-2749-9950DE59A8DB}"/>
              </a:ext>
            </a:extLst>
          </p:cNvPr>
          <p:cNvSpPr/>
          <p:nvPr/>
        </p:nvSpPr>
        <p:spPr>
          <a:xfrm>
            <a:off x="4572000" y="3892705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Threshold optimal = 0.09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Sous-titre 2">
            <a:extLst>
              <a:ext uri="{FF2B5EF4-FFF2-40B4-BE49-F238E27FC236}">
                <a16:creationId xmlns:a16="http://schemas.microsoft.com/office/drawing/2014/main" id="{9339AA03-6D60-3C7D-0F07-A4841FD5D7BC}"/>
              </a:ext>
            </a:extLst>
          </p:cNvPr>
          <p:cNvSpPr txBox="1">
            <a:spLocks/>
          </p:cNvSpPr>
          <p:nvPr/>
        </p:nvSpPr>
        <p:spPr>
          <a:xfrm rot="-224">
            <a:off x="4572082" y="1240741"/>
            <a:ext cx="4206075" cy="2463207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Le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de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décision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(threshold) est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optimisé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pour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minimiser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le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coût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métier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plutôt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que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d'utiliser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le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par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défaut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à 0.5.</a:t>
            </a:r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optimal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retenu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: 0.09</a:t>
            </a:r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plus bas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reflète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l'asymétrie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des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coûts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: il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vaut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mieux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accepter plus de faux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positifs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pour ne pas rater un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défaut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réel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.</a:t>
            </a:r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E9F04FE-5801-4004-41CE-448E08806866}"/>
              </a:ext>
            </a:extLst>
          </p:cNvPr>
          <p:cNvSpPr/>
          <p:nvPr/>
        </p:nvSpPr>
        <p:spPr>
          <a:xfrm>
            <a:off x="484632" y="1240603"/>
            <a:ext cx="3840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24434D9C-2591-CCAD-6181-FBED94E6BADB}"/>
              </a:ext>
            </a:extLst>
          </p:cNvPr>
          <p:cNvSpPr/>
          <p:nvPr/>
        </p:nvSpPr>
        <p:spPr>
          <a:xfrm>
            <a:off x="484632" y="1240603"/>
            <a:ext cx="54864" cy="11887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7F095500-AEC2-3EAE-3F3B-34CB3B329EEA}"/>
              </a:ext>
            </a:extLst>
          </p:cNvPr>
          <p:cNvSpPr/>
          <p:nvPr/>
        </p:nvSpPr>
        <p:spPr>
          <a:xfrm>
            <a:off x="621792" y="131375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Négatif (FN) — coût = 10</a:t>
            </a:r>
            <a:endParaRPr lang="en-US" sz="1300" dirty="0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72AC13E3-3411-277D-D073-91A3212E2760}"/>
              </a:ext>
            </a:extLst>
          </p:cNvPr>
          <p:cNvSpPr/>
          <p:nvPr/>
        </p:nvSpPr>
        <p:spPr>
          <a:xfrm>
            <a:off x="621792" y="1652083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en défaut classé « bon » → perte financière élevée pour l'établissement</a:t>
            </a:r>
            <a:endParaRPr lang="en-US" sz="12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AC117C13-8F63-6B45-60BE-D4B6C1C42965}"/>
              </a:ext>
            </a:extLst>
          </p:cNvPr>
          <p:cNvSpPr/>
          <p:nvPr/>
        </p:nvSpPr>
        <p:spPr>
          <a:xfrm>
            <a:off x="484632" y="2520763"/>
            <a:ext cx="3840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2B0B05E3-D7A2-0613-8352-AD000A68E83B}"/>
              </a:ext>
            </a:extLst>
          </p:cNvPr>
          <p:cNvSpPr/>
          <p:nvPr/>
        </p:nvSpPr>
        <p:spPr>
          <a:xfrm>
            <a:off x="484632" y="2520763"/>
            <a:ext cx="54864" cy="11887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EAA944D1-4624-75A3-8EFA-84EB9F9C13CF}"/>
              </a:ext>
            </a:extLst>
          </p:cNvPr>
          <p:cNvSpPr/>
          <p:nvPr/>
        </p:nvSpPr>
        <p:spPr>
          <a:xfrm>
            <a:off x="621792" y="259391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Positif (FP) — coût = 1</a:t>
            </a:r>
            <a:endParaRPr lang="en-US" sz="1300" dirty="0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3E193C0D-F11E-4B7A-B808-03F7A424C07C}"/>
              </a:ext>
            </a:extLst>
          </p:cNvPr>
          <p:cNvSpPr/>
          <p:nvPr/>
        </p:nvSpPr>
        <p:spPr>
          <a:xfrm>
            <a:off x="621792" y="2932243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 client refusé → manque à gagner mais risque limité</a:t>
            </a:r>
            <a:endParaRPr lang="en-US" sz="12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1AA8E101-C567-FF5A-C9D7-C7BC63865EDA}"/>
              </a:ext>
            </a:extLst>
          </p:cNvPr>
          <p:cNvSpPr/>
          <p:nvPr/>
        </p:nvSpPr>
        <p:spPr>
          <a:xfrm>
            <a:off x="484632" y="3846643"/>
            <a:ext cx="384048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0978747B-C4FC-7FDA-0A8E-0E3B1647A9C3}"/>
              </a:ext>
            </a:extLst>
          </p:cNvPr>
          <p:cNvSpPr/>
          <p:nvPr/>
        </p:nvSpPr>
        <p:spPr>
          <a:xfrm>
            <a:off x="484632" y="3846643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total = 10 × FN + 1 × FP   →   à minimiser</a:t>
            </a:r>
            <a:endParaRPr lang="en-US" sz="1300" dirty="0"/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FCB0A142-E081-E5A0-F279-64F1DF42B527}"/>
              </a:ext>
            </a:extLst>
          </p:cNvPr>
          <p:cNvSpPr/>
          <p:nvPr/>
        </p:nvSpPr>
        <p:spPr>
          <a:xfrm>
            <a:off x="484632" y="829465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Principe</a:t>
            </a:r>
            <a:endParaRPr lang="en-US" sz="1500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2046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903CD2-4E03-5768-EB99-7DDF0D6E6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FEATURE IMPORTANCE GLOBALE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5F74D8-04C6-88EF-D306-8510CE96CF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19</a:t>
            </a:fld>
            <a:endParaRPr lang="fr-FR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8F65D23B-A6A6-902F-4EAB-FABF8F7EBC45}"/>
              </a:ext>
            </a:extLst>
          </p:cNvPr>
          <p:cNvSpPr txBox="1">
            <a:spLocks/>
          </p:cNvSpPr>
          <p:nvPr/>
        </p:nvSpPr>
        <p:spPr>
          <a:xfrm rot="-224">
            <a:off x="541636" y="1721801"/>
            <a:ext cx="3940911" cy="1571524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>
              <a:lnSpc>
                <a:spcPct val="150000"/>
              </a:lnSpc>
            </a:pPr>
            <a:r>
              <a:rPr lang="fr-FR" dirty="0"/>
              <a:t>Variables les plus explicatives :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NAME_FAMILY_STATUS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EXT_SOURCE_2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CODE_GENDER_F</a:t>
            </a:r>
          </a:p>
          <a:p>
            <a:pPr marL="139700" indent="0">
              <a:lnSpc>
                <a:spcPct val="150000"/>
              </a:lnSpc>
              <a:buNone/>
            </a:pP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E8B96E2-766C-EA94-F576-68BEDA91E9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923" y="2960006"/>
            <a:ext cx="3000299" cy="208189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F99E115-B5CC-F037-0BAF-F834FE7A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923" y="821811"/>
            <a:ext cx="4072011" cy="1975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7214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DC2475-F2A6-EAD0-3178-3A6E068A6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FEATURE IMPORTANCE LOCALE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05A01DD-A634-12D1-FD71-03CD37BEF8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628662" y="948757"/>
            <a:ext cx="4039267" cy="382319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Client prédit 0 (pas de défaut)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B9947B-2D3E-F4E2-6273-913E9F0A0D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20</a:t>
            </a:fld>
            <a:endParaRPr lang="fr-FR"/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422FC80F-9D4B-0443-58FD-81DB559E5233}"/>
              </a:ext>
            </a:extLst>
          </p:cNvPr>
          <p:cNvSpPr txBox="1">
            <a:spLocks/>
          </p:cNvSpPr>
          <p:nvPr/>
        </p:nvSpPr>
        <p:spPr>
          <a:xfrm rot="-224">
            <a:off x="5064229" y="948763"/>
            <a:ext cx="3862160" cy="382319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dirty="0"/>
              <a:t>Client prédit 1 (défaut)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2610010-493E-820B-65A6-EC93A4E06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877403"/>
            <a:ext cx="4039281" cy="1938855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581E281-5E59-D8BC-D5F9-FB9569A37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216" y="1877403"/>
            <a:ext cx="3862173" cy="193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1302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61E88-FB05-0ECB-FD59-15F3EB12A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74882E-F435-3F69-9BA5-E6877733C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lvl="0" algn="ctr"/>
            <a:r>
              <a:rPr lang="fr-FR" sz="3200" dirty="0"/>
              <a:t>DATA DRIFT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756D7F1-988E-C5AA-43E0-EBA2FD548C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29778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757678-8AE3-5455-DCAA-DB7BC8E08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RAPPORT DATA DRIFT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487C3AF-58B8-4BB0-3B1C-3207E4554B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37" y="741252"/>
            <a:ext cx="7922258" cy="123206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Data drift entre </a:t>
            </a:r>
            <a:r>
              <a:rPr lang="fr-FR" dirty="0" err="1"/>
              <a:t>application_train.csv</a:t>
            </a:r>
            <a:r>
              <a:rPr lang="fr-FR" dirty="0"/>
              <a:t> et </a:t>
            </a:r>
            <a:r>
              <a:rPr lang="fr-FR" dirty="0" err="1"/>
              <a:t>application_test.csv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/>
              <a:t>Seuil = 0.5</a:t>
            </a:r>
          </a:p>
          <a:p>
            <a:pPr>
              <a:lnSpc>
                <a:spcPct val="150000"/>
              </a:lnSpc>
            </a:pPr>
            <a:r>
              <a:rPr lang="fr-FR" dirty="0"/>
              <a:t>Le data drift global (0.075) ne justifie pas a priori un </a:t>
            </a:r>
            <a:r>
              <a:rPr lang="fr-FR" dirty="0" err="1"/>
              <a:t>ré-entrainement</a:t>
            </a:r>
            <a:r>
              <a:rPr lang="fr-FR" dirty="0"/>
              <a:t> du modèle.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018B0CF-C28B-616F-8245-9E075F8187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22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C9DF32B-CE30-594B-F14E-5B91FE3D1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394" y="1973577"/>
            <a:ext cx="6587273" cy="3169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1280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A16D4C-5024-04F8-8ADD-21C84BBAA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MAINTENANCE DE LA MODÉLISATION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C579588-2044-76D7-EAF5-8C733200A4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524" y="1341190"/>
            <a:ext cx="7488792" cy="1914965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Surveillance du data drift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Réglage du seuil</a:t>
            </a:r>
          </a:p>
          <a:p>
            <a:pPr lvl="1" algn="l">
              <a:lnSpc>
                <a:spcPct val="150000"/>
              </a:lnSpc>
            </a:pPr>
            <a:r>
              <a:rPr lang="fr-FR" dirty="0" err="1"/>
              <a:t>Feature</a:t>
            </a:r>
            <a:r>
              <a:rPr lang="fr-FR" dirty="0"/>
              <a:t> importance</a:t>
            </a:r>
          </a:p>
          <a:p>
            <a:pPr>
              <a:lnSpc>
                <a:spcPct val="150000"/>
              </a:lnSpc>
            </a:pPr>
            <a:r>
              <a:rPr lang="fr-FR" dirty="0" err="1"/>
              <a:t>Ré-entrainement</a:t>
            </a:r>
            <a:r>
              <a:rPr lang="fr-FR" dirty="0"/>
              <a:t> du modèle si seuil atteint</a:t>
            </a:r>
          </a:p>
          <a:p>
            <a:pPr>
              <a:lnSpc>
                <a:spcPct val="150000"/>
              </a:lnSpc>
            </a:pPr>
            <a:r>
              <a:rPr lang="fr-FR" dirty="0"/>
              <a:t>Redéploiement de l’api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FD9B7-0714-B623-E530-9F0F8CF003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118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4E87B-BBC0-FC4B-E77B-A99C5E2D6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9D410E-31E9-8619-DE84-CBD860C01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algn="ctr"/>
            <a:r>
              <a:rPr lang="fr-FR" sz="3200" dirty="0"/>
              <a:t>API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3581BB3-6766-AF74-D9D6-5D9B7AC9CD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51144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3C1902-8FAA-F22E-0785-948BD3B06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CI / CD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9DC0E4B-4533-A1CD-4789-6EF10FD971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26" y="2938623"/>
            <a:ext cx="1796413" cy="722934"/>
          </a:xfrm>
        </p:spPr>
        <p:txBody>
          <a:bodyPr/>
          <a:lstStyle/>
          <a:p>
            <a:pPr marL="139700" indent="0">
              <a:buNone/>
            </a:pPr>
            <a:r>
              <a:rPr lang="fr-FR" sz="1100" dirty="0"/>
              <a:t>Développement local</a:t>
            </a:r>
          </a:p>
          <a:p>
            <a:pPr marL="139700" indent="0">
              <a:buNone/>
            </a:pPr>
            <a:r>
              <a:rPr lang="fr-FR" sz="1100" dirty="0"/>
              <a:t>Modélisation + Api</a:t>
            </a:r>
          </a:p>
          <a:p>
            <a:pPr marL="139700" indent="0">
              <a:buNone/>
            </a:pPr>
            <a:r>
              <a:rPr lang="fr-FR" sz="1100" dirty="0" err="1"/>
              <a:t>Versionning</a:t>
            </a:r>
            <a:r>
              <a:rPr lang="fr-FR" sz="1100" dirty="0"/>
              <a:t> avec git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758F85-3525-0A0B-975B-0CEC68EAD3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25</a:t>
            </a:fld>
            <a:endParaRPr lang="fr-FR"/>
          </a:p>
        </p:txBody>
      </p:sp>
      <p:pic>
        <p:nvPicPr>
          <p:cNvPr id="8" name="Graphique 7" descr="Conception web contour">
            <a:extLst>
              <a:ext uri="{FF2B5EF4-FFF2-40B4-BE49-F238E27FC236}">
                <a16:creationId xmlns:a16="http://schemas.microsoft.com/office/drawing/2014/main" id="{C1E1BFF3-E60C-743B-9734-95CA2AE5B9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7949" y="1991656"/>
            <a:ext cx="1033252" cy="1033252"/>
          </a:xfrm>
          <a:prstGeom prst="rect">
            <a:avLst/>
          </a:prstGeom>
        </p:spPr>
      </p:pic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640849C2-E231-E5D6-B978-5FB8572EF548}"/>
              </a:ext>
            </a:extLst>
          </p:cNvPr>
          <p:cNvSpPr/>
          <p:nvPr/>
        </p:nvSpPr>
        <p:spPr>
          <a:xfrm>
            <a:off x="3366611" y="1991655"/>
            <a:ext cx="1796433" cy="109672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52F328FE-9437-8E30-2E4A-534BF13A844E}"/>
              </a:ext>
            </a:extLst>
          </p:cNvPr>
          <p:cNvSpPr txBox="1">
            <a:spLocks/>
          </p:cNvSpPr>
          <p:nvPr/>
        </p:nvSpPr>
        <p:spPr>
          <a:xfrm rot="-224">
            <a:off x="3281571" y="3088469"/>
            <a:ext cx="1954310" cy="836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Code hébergé</a:t>
            </a:r>
          </a:p>
          <a:p>
            <a:pPr marL="139700" indent="0">
              <a:buFont typeface="Kumbh Sans"/>
              <a:buNone/>
            </a:pPr>
            <a:r>
              <a:rPr lang="fr-FR" sz="1100" dirty="0"/>
              <a:t>Déploiement automatisé</a:t>
            </a:r>
          </a:p>
          <a:p>
            <a:pPr marL="139700" indent="0">
              <a:buFont typeface="Kumbh Sans"/>
              <a:buNone/>
            </a:pPr>
            <a:r>
              <a:rPr lang="fr-FR" sz="1100" dirty="0" err="1"/>
              <a:t>Github</a:t>
            </a:r>
            <a:r>
              <a:rPr lang="fr-FR" sz="1100" dirty="0"/>
              <a:t> actions (tests unitaires + </a:t>
            </a:r>
            <a:r>
              <a:rPr lang="fr-FR" sz="1100" dirty="0" err="1"/>
              <a:t>SonarQube</a:t>
            </a:r>
            <a:r>
              <a:rPr lang="fr-FR" sz="1100" dirty="0"/>
              <a:t>)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1CA75426-FE3F-3499-246E-0962C0EA0FB8}"/>
              </a:ext>
            </a:extLst>
          </p:cNvPr>
          <p:cNvSpPr/>
          <p:nvPr/>
        </p:nvSpPr>
        <p:spPr>
          <a:xfrm>
            <a:off x="6501025" y="1991735"/>
            <a:ext cx="1796433" cy="109672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5D1DF8B4-900F-9663-8370-577466163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2862" y="2343204"/>
            <a:ext cx="1319320" cy="393784"/>
          </a:xfrm>
          <a:prstGeom prst="rect">
            <a:avLst/>
          </a:prstGeom>
        </p:spPr>
      </p:pic>
      <p:pic>
        <p:nvPicPr>
          <p:cNvPr id="1030" name="Picture 6" descr="logo github, icône git hub avec texte sur fond blanc 16833880 Art vectoriel  chez Vecteezy">
            <a:extLst>
              <a:ext uri="{FF2B5EF4-FFF2-40B4-BE49-F238E27FC236}">
                <a16:creationId xmlns:a16="http://schemas.microsoft.com/office/drawing/2014/main" id="{B60CF35B-078D-548C-4093-DF5362729C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3062" y="2260330"/>
            <a:ext cx="1245692" cy="622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ous-titre 2">
            <a:extLst>
              <a:ext uri="{FF2B5EF4-FFF2-40B4-BE49-F238E27FC236}">
                <a16:creationId xmlns:a16="http://schemas.microsoft.com/office/drawing/2014/main" id="{E7BB2306-2338-984B-5DD6-40D54546A5CE}"/>
              </a:ext>
            </a:extLst>
          </p:cNvPr>
          <p:cNvSpPr txBox="1">
            <a:spLocks/>
          </p:cNvSpPr>
          <p:nvPr/>
        </p:nvSpPr>
        <p:spPr>
          <a:xfrm rot="-224">
            <a:off x="6422093" y="3088551"/>
            <a:ext cx="1954310" cy="722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Api hébergée (Fast api)</a:t>
            </a:r>
          </a:p>
          <a:p>
            <a:pPr marL="139700" indent="0">
              <a:buFont typeface="Kumbh Sans"/>
              <a:buNone/>
            </a:pPr>
            <a:r>
              <a:rPr lang="fr-FR" sz="1100" dirty="0"/>
              <a:t>Serveur web Python</a:t>
            </a:r>
          </a:p>
          <a:p>
            <a:pPr marL="139700" indent="0">
              <a:buFont typeface="Kumbh Sans"/>
              <a:buNone/>
            </a:pPr>
            <a:r>
              <a:rPr lang="fr-FR" sz="1100" dirty="0"/>
              <a:t>Déploiement automatisé</a:t>
            </a:r>
          </a:p>
        </p:txBody>
      </p:sp>
      <p:sp>
        <p:nvSpPr>
          <p:cNvPr id="16" name="Flèche vers la droite 15">
            <a:extLst>
              <a:ext uri="{FF2B5EF4-FFF2-40B4-BE49-F238E27FC236}">
                <a16:creationId xmlns:a16="http://schemas.microsoft.com/office/drawing/2014/main" id="{221E92DF-7FB5-EF24-A494-69D9E48A03CF}"/>
              </a:ext>
            </a:extLst>
          </p:cNvPr>
          <p:cNvSpPr/>
          <p:nvPr/>
        </p:nvSpPr>
        <p:spPr>
          <a:xfrm>
            <a:off x="2334207" y="2451888"/>
            <a:ext cx="778380" cy="285017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Flèche vers la droite 16">
            <a:extLst>
              <a:ext uri="{FF2B5EF4-FFF2-40B4-BE49-F238E27FC236}">
                <a16:creationId xmlns:a16="http://schemas.microsoft.com/office/drawing/2014/main" id="{448ED8FD-FDC2-F795-6387-1E8D64C35881}"/>
              </a:ext>
            </a:extLst>
          </p:cNvPr>
          <p:cNvSpPr/>
          <p:nvPr/>
        </p:nvSpPr>
        <p:spPr>
          <a:xfrm>
            <a:off x="5403367" y="2438112"/>
            <a:ext cx="778380" cy="285017"/>
          </a:xfrm>
          <a:prstGeom prst="rightArrow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Sous-titre 2">
            <a:extLst>
              <a:ext uri="{FF2B5EF4-FFF2-40B4-BE49-F238E27FC236}">
                <a16:creationId xmlns:a16="http://schemas.microsoft.com/office/drawing/2014/main" id="{447AA01A-ADCB-BA63-08B7-E7AE24E46D2A}"/>
              </a:ext>
            </a:extLst>
          </p:cNvPr>
          <p:cNvSpPr txBox="1">
            <a:spLocks/>
          </p:cNvSpPr>
          <p:nvPr/>
        </p:nvSpPr>
        <p:spPr>
          <a:xfrm rot="-224">
            <a:off x="2060169" y="2164362"/>
            <a:ext cx="1243732" cy="3559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push sur main</a:t>
            </a:r>
          </a:p>
        </p:txBody>
      </p:sp>
      <p:sp>
        <p:nvSpPr>
          <p:cNvPr id="19" name="Sous-titre 2">
            <a:extLst>
              <a:ext uri="{FF2B5EF4-FFF2-40B4-BE49-F238E27FC236}">
                <a16:creationId xmlns:a16="http://schemas.microsoft.com/office/drawing/2014/main" id="{7BF3B8F1-6D6C-4C90-08AE-55348EA19F80}"/>
              </a:ext>
            </a:extLst>
          </p:cNvPr>
          <p:cNvSpPr txBox="1">
            <a:spLocks/>
          </p:cNvSpPr>
          <p:nvPr/>
        </p:nvSpPr>
        <p:spPr>
          <a:xfrm rot="-224">
            <a:off x="5185037" y="2165246"/>
            <a:ext cx="1215039" cy="3559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automatique</a:t>
            </a:r>
          </a:p>
        </p:txBody>
      </p:sp>
    </p:spTree>
    <p:extLst>
      <p:ext uri="{BB962C8B-B14F-4D97-AF65-F5344CB8AC3E}">
        <p14:creationId xmlns:p14="http://schemas.microsoft.com/office/powerpoint/2010/main" val="28467141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C1D5A254-1969-BAD9-C35D-1B6C604AC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720" y="1601245"/>
            <a:ext cx="3648460" cy="341086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F6A1FCD-36FE-8DED-4BAD-3F0B014E9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TESTS UNITAIRES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EC1737A-5D95-04FA-9BC8-39CDACBFB8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7" y="960978"/>
            <a:ext cx="3994030" cy="455161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Tests dans </a:t>
            </a:r>
            <a:r>
              <a:rPr lang="fr-FR" dirty="0" err="1"/>
              <a:t>Github</a:t>
            </a:r>
            <a:r>
              <a:rPr lang="fr-FR" dirty="0"/>
              <a:t> Actions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1A6B3A0-33B3-A16C-32E6-E15ACA0931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26</a:t>
            </a:fld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4307AC-CA27-7DA1-245D-4AC58144D54B}"/>
              </a:ext>
            </a:extLst>
          </p:cNvPr>
          <p:cNvSpPr/>
          <p:nvPr/>
        </p:nvSpPr>
        <p:spPr>
          <a:xfrm>
            <a:off x="3195369" y="4129090"/>
            <a:ext cx="1294856" cy="19015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49778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846D19-9115-481E-F787-B36582D2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APPLICATION DÉPLOYÉE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20D7639-9A31-703C-5710-77A127E36F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7" y="920543"/>
            <a:ext cx="3207795" cy="43086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Sur </a:t>
            </a:r>
            <a:r>
              <a:rPr lang="fr-FR" dirty="0" err="1"/>
              <a:t>Render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C4C53F8-4FD7-EFE3-8058-39DD134430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27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0196E0A-DA0C-79B1-AB7B-B5464AD9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44" y="1638679"/>
            <a:ext cx="3109483" cy="31285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6B9FFB9-EE4F-60D2-336E-0E4F973FC6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6211" y="1638679"/>
            <a:ext cx="4842501" cy="1042848"/>
          </a:xfrm>
          <a:prstGeom prst="rect">
            <a:avLst/>
          </a:prstGeom>
        </p:spPr>
      </p:pic>
      <p:sp>
        <p:nvSpPr>
          <p:cNvPr id="7" name="Sous-titre 2">
            <a:extLst>
              <a:ext uri="{FF2B5EF4-FFF2-40B4-BE49-F238E27FC236}">
                <a16:creationId xmlns:a16="http://schemas.microsoft.com/office/drawing/2014/main" id="{2535757F-3661-6630-CDF5-1F4C5BA2077A}"/>
              </a:ext>
            </a:extLst>
          </p:cNvPr>
          <p:cNvSpPr txBox="1">
            <a:spLocks/>
          </p:cNvSpPr>
          <p:nvPr/>
        </p:nvSpPr>
        <p:spPr>
          <a:xfrm rot="-224">
            <a:off x="4236212" y="920596"/>
            <a:ext cx="4842481" cy="571004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dirty="0"/>
              <a:t>Interface </a:t>
            </a:r>
            <a:r>
              <a:rPr lang="fr-FR" dirty="0" err="1"/>
              <a:t>Swagger</a:t>
            </a:r>
            <a:r>
              <a:rPr lang="fr-FR" dirty="0"/>
              <a:t> </a:t>
            </a:r>
          </a:p>
          <a:p>
            <a:r>
              <a:rPr lang="fr-FR" dirty="0">
                <a:hlinkClick r:id="rId4"/>
              </a:rPr>
              <a:t>https://api-oc-projet7.onrender.com/docs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11CA3F-0DC9-30ED-083F-8D3DBA06BAF7}"/>
              </a:ext>
            </a:extLst>
          </p:cNvPr>
          <p:cNvSpPr/>
          <p:nvPr/>
        </p:nvSpPr>
        <p:spPr>
          <a:xfrm>
            <a:off x="1717543" y="4514733"/>
            <a:ext cx="1842881" cy="18030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27178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>
            <a:extLst>
              <a:ext uri="{FF2B5EF4-FFF2-40B4-BE49-F238E27FC236}">
                <a16:creationId xmlns:a16="http://schemas.microsoft.com/office/drawing/2014/main" id="{F902A066-171D-E590-B005-C4272830C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613" y="1486766"/>
            <a:ext cx="4894772" cy="3420615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B25BB10C-0997-EF24-A563-37B055484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 DE L’API VIA UN NOTEBOOK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93887A2-CF65-149D-3043-C2D69F41F3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2" y="821847"/>
            <a:ext cx="8154570" cy="44705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Test d’une ligne du fichier </a:t>
            </a:r>
            <a:r>
              <a:rPr lang="fr-FR" i="1" dirty="0" err="1"/>
              <a:t>features_store.parquet</a:t>
            </a:r>
            <a:r>
              <a:rPr lang="fr-FR" dirty="0"/>
              <a:t> (données issues du </a:t>
            </a:r>
            <a:r>
              <a:rPr lang="fr-FR" dirty="0" err="1"/>
              <a:t>feature</a:t>
            </a:r>
            <a:r>
              <a:rPr lang="fr-FR" dirty="0"/>
              <a:t> engineering)</a:t>
            </a:r>
            <a:endParaRPr lang="fr-FR" i="1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541BFE-4FBF-2411-CCE3-A0ECD5816F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28</a:t>
            </a:fld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9E20FB-597C-0275-0B83-6366B3E7AD08}"/>
              </a:ext>
            </a:extLst>
          </p:cNvPr>
          <p:cNvSpPr/>
          <p:nvPr/>
        </p:nvSpPr>
        <p:spPr>
          <a:xfrm>
            <a:off x="4259765" y="2320301"/>
            <a:ext cx="2627127" cy="311388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9A5B65-4DA4-7DC9-5651-BC930E1AF66D}"/>
              </a:ext>
            </a:extLst>
          </p:cNvPr>
          <p:cNvSpPr/>
          <p:nvPr/>
        </p:nvSpPr>
        <p:spPr>
          <a:xfrm>
            <a:off x="3924998" y="4321920"/>
            <a:ext cx="4720914" cy="58546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Sous-titre 2">
            <a:extLst>
              <a:ext uri="{FF2B5EF4-FFF2-40B4-BE49-F238E27FC236}">
                <a16:creationId xmlns:a16="http://schemas.microsoft.com/office/drawing/2014/main" id="{0474268A-E854-E7B7-0BCE-8B40A42D439A}"/>
              </a:ext>
            </a:extLst>
          </p:cNvPr>
          <p:cNvSpPr txBox="1">
            <a:spLocks/>
          </p:cNvSpPr>
          <p:nvPr/>
        </p:nvSpPr>
        <p:spPr>
          <a:xfrm rot="-224">
            <a:off x="716474" y="1486859"/>
            <a:ext cx="2857658" cy="2631657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1000" dirty="0"/>
              <a:t>Scénario de test :</a:t>
            </a:r>
          </a:p>
          <a:p>
            <a:pPr lvl="1" algn="l">
              <a:lnSpc>
                <a:spcPct val="150000"/>
              </a:lnSpc>
            </a:pPr>
            <a:r>
              <a:rPr lang="fr-FR" sz="1000" dirty="0"/>
              <a:t>On récupère un identifiant client (SK_ID_CURR) que le modèle n’a jamais vu.</a:t>
            </a:r>
          </a:p>
          <a:p>
            <a:pPr lvl="1" algn="l">
              <a:lnSpc>
                <a:spcPct val="150000"/>
              </a:lnSpc>
            </a:pPr>
            <a:r>
              <a:rPr lang="fr-FR" sz="1000" dirty="0"/>
              <a:t>On considère que les données du client ont été renseignées et agrégées.</a:t>
            </a:r>
          </a:p>
          <a:p>
            <a:pPr lvl="1" algn="l">
              <a:lnSpc>
                <a:spcPct val="150000"/>
              </a:lnSpc>
            </a:pPr>
            <a:r>
              <a:rPr lang="fr-FR" sz="1000" dirty="0"/>
              <a:t>L’api récupère les données du client et effectue une prédiction.</a:t>
            </a:r>
          </a:p>
          <a:p>
            <a:pPr lvl="1" algn="l">
              <a:lnSpc>
                <a:spcPct val="150000"/>
              </a:lnSpc>
            </a:pPr>
            <a:endParaRPr lang="fr-FR" sz="1000" dirty="0"/>
          </a:p>
        </p:txBody>
      </p:sp>
    </p:spTree>
    <p:extLst>
      <p:ext uri="{BB962C8B-B14F-4D97-AF65-F5344CB8AC3E}">
        <p14:creationId xmlns:p14="http://schemas.microsoft.com/office/powerpoint/2010/main" val="28437181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6D2FC-E19E-4291-A54C-EF4FB341D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1FBE81-C3E9-E035-5C42-1F7E140AA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algn="ctr"/>
            <a:r>
              <a:rPr lang="fr-FR" sz="3200" dirty="0"/>
              <a:t>CONCLUSION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F2BC5C0-563D-4DD8-80F7-03BEB7C76D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36835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AC27EDCC-F68B-1C52-0411-23E6062393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551" y="1341181"/>
            <a:ext cx="7824218" cy="2725300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La méthodologie a permis l’automatisation de la mise en production du modèle.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Entrainement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Détermination d’un seuil métier</a:t>
            </a:r>
          </a:p>
          <a:p>
            <a:pPr>
              <a:lnSpc>
                <a:spcPct val="150000"/>
              </a:lnSpc>
            </a:pPr>
            <a:r>
              <a:rPr lang="fr-FR" dirty="0"/>
              <a:t>L’api est fonctionnelle et déployée.</a:t>
            </a:r>
          </a:p>
          <a:p>
            <a:pPr>
              <a:lnSpc>
                <a:spcPct val="150000"/>
              </a:lnSpc>
            </a:pPr>
            <a:r>
              <a:rPr lang="fr-FR" dirty="0"/>
              <a:t>Les opérations de maintenance sont formalisées.</a:t>
            </a:r>
          </a:p>
          <a:p>
            <a:pPr>
              <a:lnSpc>
                <a:spcPct val="150000"/>
              </a:lnSpc>
            </a:pPr>
            <a:r>
              <a:rPr lang="fr-FR" dirty="0"/>
              <a:t>Les améliorations à envisager tiennent notamment à la performance du modèle.</a:t>
            </a:r>
          </a:p>
          <a:p>
            <a:pPr>
              <a:lnSpc>
                <a:spcPct val="150000"/>
              </a:lnSpc>
            </a:pPr>
            <a:r>
              <a:rPr lang="fr-FR" dirty="0"/>
              <a:t>On pourra encapsuler l’application avec Docker.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B455B58-1C9E-7342-1AF2-6E05814F65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8585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E37BE5E2-A95D-0907-E7CA-E307D3378E0B}"/>
              </a:ext>
            </a:extLst>
          </p:cNvPr>
          <p:cNvSpPr/>
          <p:nvPr/>
        </p:nvSpPr>
        <p:spPr>
          <a:xfrm>
            <a:off x="290790" y="3375128"/>
            <a:ext cx="8562419" cy="1581061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F99896-5B36-0E79-53DA-879AF2F8B3E3}"/>
              </a:ext>
            </a:extLst>
          </p:cNvPr>
          <p:cNvSpPr/>
          <p:nvPr/>
        </p:nvSpPr>
        <p:spPr>
          <a:xfrm>
            <a:off x="290791" y="821810"/>
            <a:ext cx="8562419" cy="2431188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9D73805-22E6-210A-6FBD-14DF480BC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SEUIL DE DÉCISION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2AC14CB-D365-AA33-E233-898DC8EEE7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31</a:t>
            </a:fld>
            <a:endParaRPr lang="fr-FR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C33344ED-B13D-6C56-49AA-97CA4BFCB7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4655488"/>
              </p:ext>
            </p:extLst>
          </p:nvPr>
        </p:nvGraphicFramePr>
        <p:xfrm>
          <a:off x="2642093" y="1321183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1842287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1885443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E32689B3-7536-8FB9-E85A-AFFD199D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077835"/>
              </p:ext>
            </p:extLst>
          </p:nvPr>
        </p:nvGraphicFramePr>
        <p:xfrm>
          <a:off x="2642094" y="219796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886033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2841697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DBE639AA-4109-B5DC-A434-FB41C02ADFD7}"/>
              </a:ext>
            </a:extLst>
          </p:cNvPr>
          <p:cNvSpPr txBox="1"/>
          <p:nvPr/>
        </p:nvSpPr>
        <p:spPr>
          <a:xfrm>
            <a:off x="4078597" y="1022628"/>
            <a:ext cx="8547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Seuil = 0.5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AE94D2A-5012-36C4-0BCF-7F4192B7A2F0}"/>
              </a:ext>
            </a:extLst>
          </p:cNvPr>
          <p:cNvSpPr txBox="1"/>
          <p:nvPr/>
        </p:nvSpPr>
        <p:spPr>
          <a:xfrm>
            <a:off x="4436589" y="2571750"/>
            <a:ext cx="15856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Plus de défaut (positif)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DC8D0EC9-A587-B36E-3C00-BDA6DD6C830F}"/>
              </a:ext>
            </a:extLst>
          </p:cNvPr>
          <p:cNvSpPr txBox="1"/>
          <p:nvPr/>
        </p:nvSpPr>
        <p:spPr>
          <a:xfrm>
            <a:off x="2557213" y="2571750"/>
            <a:ext cx="143081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Moins de non défaut (négatif)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2B092D3D-7C90-0004-E953-D910BBFC4888}"/>
              </a:ext>
            </a:extLst>
          </p:cNvPr>
          <p:cNvSpPr txBox="1"/>
          <p:nvPr/>
        </p:nvSpPr>
        <p:spPr>
          <a:xfrm>
            <a:off x="290791" y="2061826"/>
            <a:ext cx="190215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rgbClr val="00B0F0"/>
                </a:solidFill>
              </a:rPr>
              <a:t>On prédit </a:t>
            </a:r>
            <a:r>
              <a:rPr lang="fr-FR" sz="1050" i="1" dirty="0">
                <a:solidFill>
                  <a:srgbClr val="00B0F0"/>
                </a:solidFill>
              </a:rPr>
              <a:t>moins de non </a:t>
            </a:r>
            <a:r>
              <a:rPr lang="fr-FR" sz="1050" i="1" dirty="0" err="1">
                <a:solidFill>
                  <a:srgbClr val="00B0F0"/>
                </a:solidFill>
              </a:rPr>
              <a:t>defaut</a:t>
            </a:r>
            <a:r>
              <a:rPr lang="fr-FR" sz="1050" i="1" dirty="0">
                <a:solidFill>
                  <a:srgbClr val="00B0F0"/>
                </a:solidFill>
              </a:rPr>
              <a:t> </a:t>
            </a:r>
            <a:r>
              <a:rPr lang="fr-FR" sz="1050" dirty="0">
                <a:solidFill>
                  <a:srgbClr val="00B0F0"/>
                </a:solidFill>
              </a:rPr>
              <a:t>(négatif), donc on aura </a:t>
            </a:r>
            <a:r>
              <a:rPr lang="fr-FR" sz="1050" dirty="0">
                <a:solidFill>
                  <a:srgbClr val="FFC000"/>
                </a:solidFill>
              </a:rPr>
              <a:t>moins de faux négatifs</a:t>
            </a:r>
          </a:p>
        </p:txBody>
      </p:sp>
      <p:sp>
        <p:nvSpPr>
          <p:cNvPr id="15" name="Flèche vers la droite 14">
            <a:extLst>
              <a:ext uri="{FF2B5EF4-FFF2-40B4-BE49-F238E27FC236}">
                <a16:creationId xmlns:a16="http://schemas.microsoft.com/office/drawing/2014/main" id="{30BFDBF4-A5DF-0167-267A-6D59C45D35DA}"/>
              </a:ext>
            </a:extLst>
          </p:cNvPr>
          <p:cNvSpPr/>
          <p:nvPr/>
        </p:nvSpPr>
        <p:spPr>
          <a:xfrm>
            <a:off x="2192941" y="2262538"/>
            <a:ext cx="315525" cy="17565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53EDBC91-472E-8E21-8594-3064BEC8106F}"/>
              </a:ext>
            </a:extLst>
          </p:cNvPr>
          <p:cNvSpPr txBox="1"/>
          <p:nvPr/>
        </p:nvSpPr>
        <p:spPr>
          <a:xfrm>
            <a:off x="4158653" y="1776302"/>
            <a:ext cx="13856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rgbClr val="00B0F0"/>
                </a:solidFill>
              </a:rPr>
              <a:t>On abaisse le seuil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9CF335CC-3FF4-4219-6E61-748B1392B120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3574927" y="1625983"/>
            <a:ext cx="931031" cy="555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3EA5FEF7-48AF-C71A-DB8C-9B5535D23974}"/>
              </a:ext>
            </a:extLst>
          </p:cNvPr>
          <p:cNvSpPr txBox="1"/>
          <p:nvPr/>
        </p:nvSpPr>
        <p:spPr>
          <a:xfrm>
            <a:off x="7149508" y="2043630"/>
            <a:ext cx="170370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rgbClr val="00B0F0"/>
                </a:solidFill>
              </a:rPr>
              <a:t>On prédit </a:t>
            </a:r>
            <a:r>
              <a:rPr lang="fr-FR" sz="1050" i="1" dirty="0">
                <a:solidFill>
                  <a:srgbClr val="00B0F0"/>
                </a:solidFill>
              </a:rPr>
              <a:t>plus de </a:t>
            </a:r>
            <a:r>
              <a:rPr lang="fr-FR" sz="1050" i="1" dirty="0" err="1">
                <a:solidFill>
                  <a:srgbClr val="00B0F0"/>
                </a:solidFill>
              </a:rPr>
              <a:t>defaut</a:t>
            </a:r>
            <a:r>
              <a:rPr lang="fr-FR" sz="1050" i="1" dirty="0">
                <a:solidFill>
                  <a:srgbClr val="00B0F0"/>
                </a:solidFill>
              </a:rPr>
              <a:t> </a:t>
            </a:r>
            <a:r>
              <a:rPr lang="fr-FR" sz="1050" dirty="0">
                <a:solidFill>
                  <a:srgbClr val="00B0F0"/>
                </a:solidFill>
              </a:rPr>
              <a:t>(positif), donc on aura </a:t>
            </a:r>
            <a:r>
              <a:rPr lang="fr-FR" sz="1050" dirty="0">
                <a:solidFill>
                  <a:srgbClr val="FFC000"/>
                </a:solidFill>
              </a:rPr>
              <a:t>plus de faux positifs</a:t>
            </a:r>
          </a:p>
        </p:txBody>
      </p:sp>
      <p:sp>
        <p:nvSpPr>
          <p:cNvPr id="21" name="Flèche vers la droite 20">
            <a:extLst>
              <a:ext uri="{FF2B5EF4-FFF2-40B4-BE49-F238E27FC236}">
                <a16:creationId xmlns:a16="http://schemas.microsoft.com/office/drawing/2014/main" id="{76CDF5C5-5F93-121C-94CA-08BF21B202B0}"/>
              </a:ext>
            </a:extLst>
          </p:cNvPr>
          <p:cNvSpPr/>
          <p:nvPr/>
        </p:nvSpPr>
        <p:spPr>
          <a:xfrm rot="10800000">
            <a:off x="6601903" y="2262536"/>
            <a:ext cx="315525" cy="17565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26" name="Tableau 25">
            <a:extLst>
              <a:ext uri="{FF2B5EF4-FFF2-40B4-BE49-F238E27FC236}">
                <a16:creationId xmlns:a16="http://schemas.microsoft.com/office/drawing/2014/main" id="{914F7E04-61D7-9DE2-97F5-329F8511B2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295559"/>
              </p:ext>
            </p:extLst>
          </p:nvPr>
        </p:nvGraphicFramePr>
        <p:xfrm>
          <a:off x="2642094" y="4339329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1314913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2412817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sp>
        <p:nvSpPr>
          <p:cNvPr id="27" name="ZoneTexte 26">
            <a:extLst>
              <a:ext uri="{FF2B5EF4-FFF2-40B4-BE49-F238E27FC236}">
                <a16:creationId xmlns:a16="http://schemas.microsoft.com/office/drawing/2014/main" id="{0C2020CC-55C8-DA94-F53D-AC6ADAD7CBE8}"/>
              </a:ext>
            </a:extLst>
          </p:cNvPr>
          <p:cNvSpPr txBox="1"/>
          <p:nvPr/>
        </p:nvSpPr>
        <p:spPr>
          <a:xfrm>
            <a:off x="3018461" y="4072128"/>
            <a:ext cx="24144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Seuil optimal =&gt; 10xFN + FP minimal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05CEBC7-B16D-5782-0EAB-34EE56F1F276}"/>
              </a:ext>
            </a:extLst>
          </p:cNvPr>
          <p:cNvSpPr/>
          <p:nvPr/>
        </p:nvSpPr>
        <p:spPr>
          <a:xfrm>
            <a:off x="384338" y="881253"/>
            <a:ext cx="1966365" cy="3479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/>
              <a:t>Recherche de seuil optimal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DEC6F3-C56E-E066-DE8A-96DAB364D5DC}"/>
              </a:ext>
            </a:extLst>
          </p:cNvPr>
          <p:cNvSpPr/>
          <p:nvPr/>
        </p:nvSpPr>
        <p:spPr>
          <a:xfrm>
            <a:off x="384338" y="3471522"/>
            <a:ext cx="1966365" cy="3479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/>
              <a:t>Seuil optimal</a:t>
            </a:r>
          </a:p>
        </p:txBody>
      </p:sp>
    </p:spTree>
    <p:extLst>
      <p:ext uri="{BB962C8B-B14F-4D97-AF65-F5344CB8AC3E}">
        <p14:creationId xmlns:p14="http://schemas.microsoft.com/office/powerpoint/2010/main" val="41459330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45118-A3C8-EE93-47E3-F07488B8D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39DA63-E1BD-312C-540F-3BD5473D2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SCORE MÉTIER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BF0B374-4D4B-11D5-4F25-4D7C6C445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9996" y="789213"/>
            <a:ext cx="5269172" cy="358028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Pour chaque modèle (combinaison d’hyperparamètres) :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5D9B768-1AA0-7FCF-1C1C-21F8456477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32</a:t>
            </a:fld>
            <a:endParaRPr lang="fr-FR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48DB24EE-E69A-99E6-3242-03DBCE2D6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8670226"/>
              </p:ext>
            </p:extLst>
          </p:nvPr>
        </p:nvGraphicFramePr>
        <p:xfrm>
          <a:off x="844270" y="1502704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2982184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TRAIN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545B3EA-6634-24C7-0DF4-0363DA19A0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261043"/>
              </p:ext>
            </p:extLst>
          </p:nvPr>
        </p:nvGraphicFramePr>
        <p:xfrm>
          <a:off x="844270" y="203519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661B3E2C-64E9-2434-25E2-08389568A5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759971"/>
              </p:ext>
            </p:extLst>
          </p:nvPr>
        </p:nvGraphicFramePr>
        <p:xfrm>
          <a:off x="844270" y="256425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7188878C-DB5D-C526-3AD9-BB133FF1A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4478719"/>
              </p:ext>
            </p:extLst>
          </p:nvPr>
        </p:nvGraphicFramePr>
        <p:xfrm>
          <a:off x="844270" y="309166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E2887C96-796F-404F-0A07-A0FFB2EE3D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4076691"/>
              </p:ext>
            </p:extLst>
          </p:nvPr>
        </p:nvGraphicFramePr>
        <p:xfrm>
          <a:off x="844270" y="361907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sp>
        <p:nvSpPr>
          <p:cNvPr id="13" name="Ellipse 12">
            <a:extLst>
              <a:ext uri="{FF2B5EF4-FFF2-40B4-BE49-F238E27FC236}">
                <a16:creationId xmlns:a16="http://schemas.microsoft.com/office/drawing/2014/main" id="{E946AFE1-FFC7-0251-8815-B9417CCEC12A}"/>
              </a:ext>
            </a:extLst>
          </p:cNvPr>
          <p:cNvSpPr/>
          <p:nvPr/>
        </p:nvSpPr>
        <p:spPr>
          <a:xfrm>
            <a:off x="275128" y="1517636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88B8D8B2-6374-6F86-6098-30D83F13DF7C}"/>
              </a:ext>
            </a:extLst>
          </p:cNvPr>
          <p:cNvSpPr/>
          <p:nvPr/>
        </p:nvSpPr>
        <p:spPr>
          <a:xfrm>
            <a:off x="275128" y="2050130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9980385F-B82A-C799-21FA-08EF8200EF3D}"/>
              </a:ext>
            </a:extLst>
          </p:cNvPr>
          <p:cNvSpPr/>
          <p:nvPr/>
        </p:nvSpPr>
        <p:spPr>
          <a:xfrm>
            <a:off x="275128" y="2579190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1F081C9D-642C-683E-F0A6-4F3F2220404C}"/>
              </a:ext>
            </a:extLst>
          </p:cNvPr>
          <p:cNvSpPr/>
          <p:nvPr/>
        </p:nvSpPr>
        <p:spPr>
          <a:xfrm>
            <a:off x="275128" y="3100506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B8922AD4-FE5A-B4E9-7D2B-717F5CFE18CC}"/>
              </a:ext>
            </a:extLst>
          </p:cNvPr>
          <p:cNvSpPr/>
          <p:nvPr/>
        </p:nvSpPr>
        <p:spPr>
          <a:xfrm>
            <a:off x="275128" y="3634010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5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E570330-2917-4F50-11C9-70D123663611}"/>
              </a:ext>
            </a:extLst>
          </p:cNvPr>
          <p:cNvGrpSpPr/>
          <p:nvPr/>
        </p:nvGrpSpPr>
        <p:grpSpPr>
          <a:xfrm>
            <a:off x="5186994" y="1943078"/>
            <a:ext cx="2337989" cy="1551306"/>
            <a:chOff x="6254368" y="2155907"/>
            <a:chExt cx="2337989" cy="1551306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041F516-5360-F2A7-81B3-C5D12447BE1F}"/>
                </a:ext>
              </a:extLst>
            </p:cNvPr>
            <p:cNvSpPr/>
            <p:nvPr/>
          </p:nvSpPr>
          <p:spPr>
            <a:xfrm>
              <a:off x="6254368" y="2155907"/>
              <a:ext cx="2337989" cy="1551306"/>
            </a:xfrm>
            <a:prstGeom prst="rect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A9D339D0-E557-DC81-DBE2-5B1A8FE6241A}"/>
                </a:ext>
              </a:extLst>
            </p:cNvPr>
            <p:cNvSpPr txBox="1"/>
            <p:nvPr/>
          </p:nvSpPr>
          <p:spPr>
            <a:xfrm>
              <a:off x="6415158" y="3307568"/>
              <a:ext cx="144783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>
                  <a:solidFill>
                    <a:schemeClr val="tx2"/>
                  </a:solidFill>
                </a:rPr>
                <a:t>Score = 10 x </a:t>
              </a:r>
              <a:r>
                <a:rPr lang="fr-FR" sz="1050" dirty="0" err="1">
                  <a:solidFill>
                    <a:schemeClr val="tx2"/>
                  </a:solidFill>
                </a:rPr>
                <a:t>fn</a:t>
              </a:r>
              <a:r>
                <a:rPr lang="fr-FR" sz="1050" dirty="0">
                  <a:solidFill>
                    <a:schemeClr val="tx2"/>
                  </a:solidFill>
                </a:rPr>
                <a:t> + </a:t>
              </a:r>
              <a:r>
                <a:rPr lang="fr-FR" sz="1050" dirty="0" err="1">
                  <a:solidFill>
                    <a:schemeClr val="tx2"/>
                  </a:solidFill>
                </a:rPr>
                <a:t>fp</a:t>
              </a:r>
              <a:r>
                <a:rPr lang="fr-FR" sz="1050" dirty="0">
                  <a:solidFill>
                    <a:schemeClr val="tx2"/>
                  </a:solidFill>
                </a:rPr>
                <a:t> 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0DBE232D-9CEC-BBB9-1D09-7CDCCCBBAA8F}"/>
                </a:ext>
              </a:extLst>
            </p:cNvPr>
            <p:cNvSpPr txBox="1"/>
            <p:nvPr/>
          </p:nvSpPr>
          <p:spPr>
            <a:xfrm>
              <a:off x="6415158" y="2288857"/>
              <a:ext cx="2032929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 err="1">
                  <a:solidFill>
                    <a:schemeClr val="tx2"/>
                  </a:solidFill>
                </a:rPr>
                <a:t>y_pred</a:t>
              </a:r>
              <a:r>
                <a:rPr lang="fr-FR" sz="1050" dirty="0">
                  <a:solidFill>
                    <a:schemeClr val="tx2"/>
                  </a:solidFill>
                </a:rPr>
                <a:t> = </a:t>
              </a:r>
              <a:r>
                <a:rPr lang="fr-FR" sz="1050" dirty="0" err="1">
                  <a:solidFill>
                    <a:schemeClr val="tx2"/>
                  </a:solidFill>
                </a:rPr>
                <a:t>model.predict</a:t>
              </a:r>
              <a:r>
                <a:rPr lang="fr-FR" sz="1050" dirty="0">
                  <a:solidFill>
                    <a:schemeClr val="tx2"/>
                  </a:solidFill>
                </a:rPr>
                <a:t>(</a:t>
              </a:r>
              <a:r>
                <a:rPr lang="fr-FR" sz="1050" dirty="0" err="1">
                  <a:solidFill>
                    <a:schemeClr val="tx2"/>
                  </a:solidFill>
                </a:rPr>
                <a:t>X_test</a:t>
              </a:r>
              <a:r>
                <a:rPr lang="fr-FR" sz="1050" dirty="0">
                  <a:solidFill>
                    <a:schemeClr val="tx2"/>
                  </a:solidFill>
                </a:rPr>
                <a:t>)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22F0D984-E10D-15CF-A802-FDEC9B4FE705}"/>
                </a:ext>
              </a:extLst>
            </p:cNvPr>
            <p:cNvSpPr txBox="1"/>
            <p:nvPr/>
          </p:nvSpPr>
          <p:spPr>
            <a:xfrm>
              <a:off x="6415158" y="2629936"/>
              <a:ext cx="2177199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 err="1">
                  <a:solidFill>
                    <a:schemeClr val="tx2"/>
                  </a:solidFill>
                </a:rPr>
                <a:t>fn</a:t>
              </a:r>
              <a:r>
                <a:rPr lang="fr-FR" sz="1050" dirty="0">
                  <a:solidFill>
                    <a:schemeClr val="tx2"/>
                  </a:solidFill>
                </a:rPr>
                <a:t> = (</a:t>
              </a:r>
              <a:r>
                <a:rPr lang="fr-FR" sz="1050" dirty="0" err="1">
                  <a:solidFill>
                    <a:schemeClr val="tx2"/>
                  </a:solidFill>
                </a:rPr>
                <a:t>y_pred</a:t>
              </a:r>
              <a:r>
                <a:rPr lang="fr-FR" sz="1050" dirty="0">
                  <a:solidFill>
                    <a:schemeClr val="tx2"/>
                  </a:solidFill>
                </a:rPr>
                <a:t> == 0) &amp; (</a:t>
              </a:r>
              <a:r>
                <a:rPr lang="fr-FR" sz="1050" dirty="0" err="1">
                  <a:solidFill>
                    <a:schemeClr val="tx2"/>
                  </a:solidFill>
                </a:rPr>
                <a:t>y_test</a:t>
              </a:r>
              <a:r>
                <a:rPr lang="fr-FR" sz="1050" dirty="0">
                  <a:solidFill>
                    <a:schemeClr val="tx2"/>
                  </a:solidFill>
                </a:rPr>
                <a:t> == 1)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8DBA0E0B-52E2-83E1-0CFA-9D1641778105}"/>
                </a:ext>
              </a:extLst>
            </p:cNvPr>
            <p:cNvSpPr txBox="1"/>
            <p:nvPr/>
          </p:nvSpPr>
          <p:spPr>
            <a:xfrm>
              <a:off x="6415158" y="2971015"/>
              <a:ext cx="2177199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 err="1">
                  <a:solidFill>
                    <a:schemeClr val="tx2"/>
                  </a:solidFill>
                </a:rPr>
                <a:t>fp</a:t>
              </a:r>
              <a:r>
                <a:rPr lang="fr-FR" sz="1050" dirty="0">
                  <a:solidFill>
                    <a:schemeClr val="tx2"/>
                  </a:solidFill>
                </a:rPr>
                <a:t> = (</a:t>
              </a:r>
              <a:r>
                <a:rPr lang="fr-FR" sz="1050" dirty="0" err="1">
                  <a:solidFill>
                    <a:schemeClr val="tx2"/>
                  </a:solidFill>
                </a:rPr>
                <a:t>y_pred</a:t>
              </a:r>
              <a:r>
                <a:rPr lang="fr-FR" sz="1050" dirty="0">
                  <a:solidFill>
                    <a:schemeClr val="tx2"/>
                  </a:solidFill>
                </a:rPr>
                <a:t> == 1) &amp; (</a:t>
              </a:r>
              <a:r>
                <a:rPr lang="fr-FR" sz="1050" dirty="0" err="1">
                  <a:solidFill>
                    <a:schemeClr val="tx2"/>
                  </a:solidFill>
                </a:rPr>
                <a:t>y_test</a:t>
              </a:r>
              <a:r>
                <a:rPr lang="fr-FR" sz="1050" dirty="0">
                  <a:solidFill>
                    <a:schemeClr val="tx2"/>
                  </a:solidFill>
                </a:rPr>
                <a:t> == 0)</a:t>
              </a:r>
            </a:p>
          </p:txBody>
        </p:sp>
      </p:grp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8C8225E3-EE1C-AB2E-762A-7FB24F62383B}"/>
              </a:ext>
            </a:extLst>
          </p:cNvPr>
          <p:cNvCxnSpPr>
            <a:cxnSpLocks/>
            <a:stCxn id="5" idx="3"/>
            <a:endCxn id="35" idx="1"/>
          </p:cNvCxnSpPr>
          <p:nvPr/>
        </p:nvCxnSpPr>
        <p:spPr>
          <a:xfrm>
            <a:off x="4572000" y="1655104"/>
            <a:ext cx="614994" cy="10636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2791EBB2-7B9C-6142-CA81-BB7B948E6772}"/>
              </a:ext>
            </a:extLst>
          </p:cNvPr>
          <p:cNvCxnSpPr>
            <a:cxnSpLocks/>
            <a:stCxn id="6" idx="3"/>
            <a:endCxn id="35" idx="1"/>
          </p:cNvCxnSpPr>
          <p:nvPr/>
        </p:nvCxnSpPr>
        <p:spPr>
          <a:xfrm>
            <a:off x="4572000" y="2187598"/>
            <a:ext cx="614994" cy="531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EF115B8D-7206-3154-7ABB-5001308F6275}"/>
              </a:ext>
            </a:extLst>
          </p:cNvPr>
          <p:cNvCxnSpPr>
            <a:cxnSpLocks/>
            <a:stCxn id="7" idx="3"/>
            <a:endCxn id="35" idx="1"/>
          </p:cNvCxnSpPr>
          <p:nvPr/>
        </p:nvCxnSpPr>
        <p:spPr>
          <a:xfrm>
            <a:off x="4572000" y="2716658"/>
            <a:ext cx="614994" cy="20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8A03117-641F-EFA5-4AD9-B1AD3AF0635F}"/>
              </a:ext>
            </a:extLst>
          </p:cNvPr>
          <p:cNvCxnSpPr>
            <a:cxnSpLocks/>
            <a:stCxn id="8" idx="3"/>
            <a:endCxn id="35" idx="1"/>
          </p:cNvCxnSpPr>
          <p:nvPr/>
        </p:nvCxnSpPr>
        <p:spPr>
          <a:xfrm flipV="1">
            <a:off x="4572000" y="2718731"/>
            <a:ext cx="614994" cy="5253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4016BE44-37BA-E46E-D494-6E2A92E98621}"/>
              </a:ext>
            </a:extLst>
          </p:cNvPr>
          <p:cNvCxnSpPr>
            <a:cxnSpLocks/>
            <a:stCxn id="9" idx="3"/>
            <a:endCxn id="35" idx="1"/>
          </p:cNvCxnSpPr>
          <p:nvPr/>
        </p:nvCxnSpPr>
        <p:spPr>
          <a:xfrm flipV="1">
            <a:off x="4572000" y="2718731"/>
            <a:ext cx="614994" cy="1052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ZoneTexte 75">
            <a:extLst>
              <a:ext uri="{FF2B5EF4-FFF2-40B4-BE49-F238E27FC236}">
                <a16:creationId xmlns:a16="http://schemas.microsoft.com/office/drawing/2014/main" id="{EC79E458-D181-F0E0-E5B0-16235A338F63}"/>
              </a:ext>
            </a:extLst>
          </p:cNvPr>
          <p:cNvSpPr txBox="1"/>
          <p:nvPr/>
        </p:nvSpPr>
        <p:spPr>
          <a:xfrm>
            <a:off x="8158421" y="1545894"/>
            <a:ext cx="7104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Score_1</a:t>
            </a:r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9A9AB344-E76F-2707-C46F-C2AC10C36AFE}"/>
              </a:ext>
            </a:extLst>
          </p:cNvPr>
          <p:cNvSpPr txBox="1"/>
          <p:nvPr/>
        </p:nvSpPr>
        <p:spPr>
          <a:xfrm>
            <a:off x="8158420" y="2072181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Score_2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ECFD29DA-B828-98E2-FB09-44526FED924A}"/>
              </a:ext>
            </a:extLst>
          </p:cNvPr>
          <p:cNvSpPr txBox="1"/>
          <p:nvPr/>
        </p:nvSpPr>
        <p:spPr>
          <a:xfrm>
            <a:off x="8158419" y="2598468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Score_3</a:t>
            </a: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89759740-B5F9-3144-F942-990EB3BAD668}"/>
              </a:ext>
            </a:extLst>
          </p:cNvPr>
          <p:cNvSpPr txBox="1"/>
          <p:nvPr/>
        </p:nvSpPr>
        <p:spPr>
          <a:xfrm>
            <a:off x="8158418" y="3124755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Score_4</a:t>
            </a: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795DF4DB-76EE-4D2E-FF1C-0F1DC59BB665}"/>
              </a:ext>
            </a:extLst>
          </p:cNvPr>
          <p:cNvSpPr txBox="1"/>
          <p:nvPr/>
        </p:nvSpPr>
        <p:spPr>
          <a:xfrm>
            <a:off x="8158417" y="3651042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Score_4</a:t>
            </a: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9DC6C16E-12FA-8B1D-457B-F5869F26E4C3}"/>
              </a:ext>
            </a:extLst>
          </p:cNvPr>
          <p:cNvSpPr txBox="1"/>
          <p:nvPr/>
        </p:nvSpPr>
        <p:spPr>
          <a:xfrm>
            <a:off x="7975716" y="4234045"/>
            <a:ext cx="101822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 err="1">
                <a:solidFill>
                  <a:schemeClr val="tx2"/>
                </a:solidFill>
              </a:rPr>
              <a:t>Score_moyen</a:t>
            </a:r>
            <a:endParaRPr lang="fr-FR" sz="1050" dirty="0">
              <a:solidFill>
                <a:schemeClr val="tx2"/>
              </a:solidFill>
            </a:endParaRPr>
          </a:p>
        </p:txBody>
      </p: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FDCC40FA-E072-CF12-A8B6-5D7CC72AD7DD}"/>
              </a:ext>
            </a:extLst>
          </p:cNvPr>
          <p:cNvCxnSpPr>
            <a:cxnSpLocks/>
            <a:stCxn id="35" idx="3"/>
            <a:endCxn id="76" idx="1"/>
          </p:cNvCxnSpPr>
          <p:nvPr/>
        </p:nvCxnSpPr>
        <p:spPr>
          <a:xfrm flipV="1">
            <a:off x="7524983" y="1676699"/>
            <a:ext cx="633438" cy="10420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eur droit avec flèche 84">
            <a:extLst>
              <a:ext uri="{FF2B5EF4-FFF2-40B4-BE49-F238E27FC236}">
                <a16:creationId xmlns:a16="http://schemas.microsoft.com/office/drawing/2014/main" id="{BC326392-673C-5C65-91E8-74844AA5D145}"/>
              </a:ext>
            </a:extLst>
          </p:cNvPr>
          <p:cNvCxnSpPr>
            <a:cxnSpLocks/>
            <a:stCxn id="35" idx="3"/>
            <a:endCxn id="77" idx="1"/>
          </p:cNvCxnSpPr>
          <p:nvPr/>
        </p:nvCxnSpPr>
        <p:spPr>
          <a:xfrm flipV="1">
            <a:off x="7524983" y="2199139"/>
            <a:ext cx="633437" cy="5195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eur droit avec flèche 87">
            <a:extLst>
              <a:ext uri="{FF2B5EF4-FFF2-40B4-BE49-F238E27FC236}">
                <a16:creationId xmlns:a16="http://schemas.microsoft.com/office/drawing/2014/main" id="{D40541D0-D005-EE93-1BB5-45C140E85DEA}"/>
              </a:ext>
            </a:extLst>
          </p:cNvPr>
          <p:cNvCxnSpPr>
            <a:cxnSpLocks/>
            <a:stCxn id="35" idx="3"/>
            <a:endCxn id="78" idx="1"/>
          </p:cNvCxnSpPr>
          <p:nvPr/>
        </p:nvCxnSpPr>
        <p:spPr>
          <a:xfrm>
            <a:off x="7524983" y="2718731"/>
            <a:ext cx="633436" cy="6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eur droit avec flèche 90">
            <a:extLst>
              <a:ext uri="{FF2B5EF4-FFF2-40B4-BE49-F238E27FC236}">
                <a16:creationId xmlns:a16="http://schemas.microsoft.com/office/drawing/2014/main" id="{970D47B5-BAAE-9920-6685-4674D616AA7F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7524983" y="2718731"/>
            <a:ext cx="633436" cy="5262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avec flèche 92">
            <a:extLst>
              <a:ext uri="{FF2B5EF4-FFF2-40B4-BE49-F238E27FC236}">
                <a16:creationId xmlns:a16="http://schemas.microsoft.com/office/drawing/2014/main" id="{E0DD755D-1DBC-9B74-4108-8AB4C586A216}"/>
              </a:ext>
            </a:extLst>
          </p:cNvPr>
          <p:cNvCxnSpPr>
            <a:cxnSpLocks/>
            <a:stCxn id="35" idx="3"/>
            <a:endCxn id="80" idx="1"/>
          </p:cNvCxnSpPr>
          <p:nvPr/>
        </p:nvCxnSpPr>
        <p:spPr>
          <a:xfrm>
            <a:off x="7524983" y="2718731"/>
            <a:ext cx="633434" cy="1059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eur droit avec flèche 95">
            <a:extLst>
              <a:ext uri="{FF2B5EF4-FFF2-40B4-BE49-F238E27FC236}">
                <a16:creationId xmlns:a16="http://schemas.microsoft.com/office/drawing/2014/main" id="{6BC035B9-9763-BF8F-EE17-3A75EA3AB4CE}"/>
              </a:ext>
            </a:extLst>
          </p:cNvPr>
          <p:cNvCxnSpPr>
            <a:cxnSpLocks/>
            <a:stCxn id="81" idx="1"/>
          </p:cNvCxnSpPr>
          <p:nvPr/>
        </p:nvCxnSpPr>
        <p:spPr>
          <a:xfrm flipH="1">
            <a:off x="6956045" y="4361003"/>
            <a:ext cx="10196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ZoneTexte 98">
            <a:extLst>
              <a:ext uri="{FF2B5EF4-FFF2-40B4-BE49-F238E27FC236}">
                <a16:creationId xmlns:a16="http://schemas.microsoft.com/office/drawing/2014/main" id="{67E95D35-3852-085F-B233-0DE0479F931B}"/>
              </a:ext>
            </a:extLst>
          </p:cNvPr>
          <p:cNvSpPr txBox="1"/>
          <p:nvPr/>
        </p:nvSpPr>
        <p:spPr>
          <a:xfrm>
            <a:off x="2248043" y="4227501"/>
            <a:ext cx="478368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rgbClr val="92D050"/>
                </a:solidFill>
              </a:rPr>
              <a:t>On conserve les hyperparamètres du modèle ayant le meilleur score moyen</a:t>
            </a:r>
          </a:p>
        </p:txBody>
      </p:sp>
    </p:spTree>
    <p:extLst>
      <p:ext uri="{BB962C8B-B14F-4D97-AF65-F5344CB8AC3E}">
        <p14:creationId xmlns:p14="http://schemas.microsoft.com/office/powerpoint/2010/main" val="1440274028"/>
      </p:ext>
    </p:extLst>
  </p:cSld>
  <p:clrMapOvr>
    <a:masterClrMapping/>
  </p:clrMapOvr>
</p:sld>
</file>

<file path=ppt/theme/theme1.xml><?xml version="1.0" encoding="utf-8"?>
<a:theme xmlns:a="http://schemas.openxmlformats.org/drawingml/2006/main" name="Artificial Intelligence App Pitch Deck by Slidesgo">
  <a:themeElements>
    <a:clrScheme name="Simple Light">
      <a:dk1>
        <a:srgbClr val="FCF5E8"/>
      </a:dk1>
      <a:lt1>
        <a:srgbClr val="FFEFB7"/>
      </a:lt1>
      <a:dk2>
        <a:srgbClr val="0F0F0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CF5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11260</TotalTime>
  <Words>1202</Words>
  <Application>Microsoft Macintosh PowerPoint</Application>
  <PresentationFormat>Affichage à l'écran (16:9)</PresentationFormat>
  <Paragraphs>281</Paragraphs>
  <Slides>32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38" baseType="lpstr">
      <vt:lpstr>Source Sans Pro</vt:lpstr>
      <vt:lpstr>Calibri</vt:lpstr>
      <vt:lpstr>Kumbh Sans</vt:lpstr>
      <vt:lpstr>Quantico</vt:lpstr>
      <vt:lpstr>Arial</vt:lpstr>
      <vt:lpstr>Artificial Intelligence App Pitch Deck by Slidesgo</vt:lpstr>
      <vt:lpstr>Prêt à dépenser Monitoring et mise en production d’un modèle de scoring client</vt:lpstr>
      <vt:lpstr>I.</vt:lpstr>
      <vt:lpstr>PROBLÉMATIQUE ET JEU DE DONNÉES</vt:lpstr>
      <vt:lpstr>PROBLÉMATIQUE</vt:lpstr>
      <vt:lpstr>DONNÉES : VUE D’ENSEMBLE</vt:lpstr>
      <vt:lpstr>DONNÉES : VUE D’ENSEMBLE</vt:lpstr>
      <vt:lpstr>DONNÉES : ANALYSE EXPLORATOIRE</vt:lpstr>
      <vt:lpstr>DONNÉES : ANALYSE EXPLORATOIRE</vt:lpstr>
      <vt:lpstr>DONNÉES : ANALYSE EXPLORATOIRE</vt:lpstr>
      <vt:lpstr>DONNÉES : ANALYSE EXPLORATOIRE</vt:lpstr>
      <vt:lpstr>DONNÉES : FEATURE ENGINEERING</vt:lpstr>
      <vt:lpstr>JEU DE DONNÉES FINAL</vt:lpstr>
      <vt:lpstr>MODÉLISATION</vt:lpstr>
      <vt:lpstr>MÉTHODE</vt:lpstr>
      <vt:lpstr>MLFLOW : EXPÉRIENCES</vt:lpstr>
      <vt:lpstr>VISUALISATION MLFLOW UI</vt:lpstr>
      <vt:lpstr>VISUALISATION MLFLOW UI</vt:lpstr>
      <vt:lpstr>MODÉLISATION : MÉTRIQUE MÉTIER</vt:lpstr>
      <vt:lpstr>FEATURE IMPORTANCE GLOBALE</vt:lpstr>
      <vt:lpstr>FEATURE IMPORTANCE LOCALE</vt:lpstr>
      <vt:lpstr>DATA DRIFT</vt:lpstr>
      <vt:lpstr>RAPPORT DATA DRIFT</vt:lpstr>
      <vt:lpstr>MAINTENANCE DE LA MODÉLISATION</vt:lpstr>
      <vt:lpstr>API</vt:lpstr>
      <vt:lpstr>CHAINE CI / CD</vt:lpstr>
      <vt:lpstr>TESTS UNITAIRES</vt:lpstr>
      <vt:lpstr>APPLICATION DÉPLOYÉE</vt:lpstr>
      <vt:lpstr>TEST DE L’API VIA UN NOTEBOOK</vt:lpstr>
      <vt:lpstr>CONCLUSION</vt:lpstr>
      <vt:lpstr>Présentation PowerPoint</vt:lpstr>
      <vt:lpstr>SEUIL DE DÉCISION</vt:lpstr>
      <vt:lpstr>SCORE MÉTIER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INTELLIGENCE APP PITCH DECK</dc:title>
  <cp:lastModifiedBy>Bertrand FILLION</cp:lastModifiedBy>
  <cp:revision>45</cp:revision>
  <dcterms:modified xsi:type="dcterms:W3CDTF">2026-02-22T14:01:27Z</dcterms:modified>
</cp:coreProperties>
</file>